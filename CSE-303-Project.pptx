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74" r:id="rId4"/>
    <p:sldId id="275" r:id="rId5"/>
    <p:sldId id="277" r:id="rId6"/>
    <p:sldId id="278" r:id="rId7"/>
    <p:sldId id="279" r:id="rId8"/>
    <p:sldId id="280" r:id="rId9"/>
    <p:sldId id="282" r:id="rId10"/>
    <p:sldId id="284" r:id="rId11"/>
    <p:sldId id="286" r:id="rId12"/>
    <p:sldId id="287" r:id="rId13"/>
    <p:sldId id="289" r:id="rId14"/>
    <p:sldId id="288" r:id="rId15"/>
    <p:sldId id="290" r:id="rId16"/>
    <p:sldId id="291" r:id="rId17"/>
    <p:sldId id="276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46" y="1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94460" cy="4099560"/>
          </a:xfrm>
          <a:custGeom>
            <a:avLst/>
            <a:gdLst/>
            <a:ahLst/>
            <a:cxnLst/>
            <a:rect l="l" t="t" r="r" b="b"/>
            <a:pathLst>
              <a:path w="1394460" h="4099560">
                <a:moveTo>
                  <a:pt x="1358040" y="0"/>
                </a:moveTo>
                <a:lnTo>
                  <a:pt x="0" y="0"/>
                </a:lnTo>
                <a:lnTo>
                  <a:pt x="0" y="4099482"/>
                </a:lnTo>
                <a:lnTo>
                  <a:pt x="58395" y="4049038"/>
                </a:lnTo>
                <a:lnTo>
                  <a:pt x="90880" y="4016121"/>
                </a:lnTo>
                <a:lnTo>
                  <a:pt x="120560" y="3982247"/>
                </a:lnTo>
                <a:lnTo>
                  <a:pt x="147543" y="3947441"/>
                </a:lnTo>
                <a:lnTo>
                  <a:pt x="171936" y="3911730"/>
                </a:lnTo>
                <a:lnTo>
                  <a:pt x="193847" y="3875139"/>
                </a:lnTo>
                <a:lnTo>
                  <a:pt x="213386" y="3837694"/>
                </a:lnTo>
                <a:lnTo>
                  <a:pt x="230658" y="3799421"/>
                </a:lnTo>
                <a:lnTo>
                  <a:pt x="245773" y="3760345"/>
                </a:lnTo>
                <a:lnTo>
                  <a:pt x="258839" y="3720493"/>
                </a:lnTo>
                <a:lnTo>
                  <a:pt x="269963" y="3679889"/>
                </a:lnTo>
                <a:lnTo>
                  <a:pt x="279253" y="3638560"/>
                </a:lnTo>
                <a:lnTo>
                  <a:pt x="286818" y="3596532"/>
                </a:lnTo>
                <a:lnTo>
                  <a:pt x="292766" y="3553830"/>
                </a:lnTo>
                <a:lnTo>
                  <a:pt x="297203" y="3510481"/>
                </a:lnTo>
                <a:lnTo>
                  <a:pt x="300239" y="3466509"/>
                </a:lnTo>
                <a:lnTo>
                  <a:pt x="301982" y="3421941"/>
                </a:lnTo>
                <a:lnTo>
                  <a:pt x="302539" y="3376803"/>
                </a:lnTo>
                <a:lnTo>
                  <a:pt x="301965" y="3328801"/>
                </a:lnTo>
                <a:lnTo>
                  <a:pt x="300328" y="3280229"/>
                </a:lnTo>
                <a:lnTo>
                  <a:pt x="297753" y="3231115"/>
                </a:lnTo>
                <a:lnTo>
                  <a:pt x="294364" y="3181489"/>
                </a:lnTo>
                <a:lnTo>
                  <a:pt x="290288" y="3131382"/>
                </a:lnTo>
                <a:lnTo>
                  <a:pt x="285648" y="3080823"/>
                </a:lnTo>
                <a:lnTo>
                  <a:pt x="280570" y="3029842"/>
                </a:lnTo>
                <a:lnTo>
                  <a:pt x="275180" y="2978470"/>
                </a:lnTo>
                <a:lnTo>
                  <a:pt x="269602" y="2926736"/>
                </a:lnTo>
                <a:lnTo>
                  <a:pt x="263961" y="2874671"/>
                </a:lnTo>
                <a:lnTo>
                  <a:pt x="258383" y="2822304"/>
                </a:lnTo>
                <a:lnTo>
                  <a:pt x="252993" y="2769665"/>
                </a:lnTo>
                <a:lnTo>
                  <a:pt x="247915" y="2716785"/>
                </a:lnTo>
                <a:lnTo>
                  <a:pt x="243276" y="2663693"/>
                </a:lnTo>
                <a:lnTo>
                  <a:pt x="239199" y="2610419"/>
                </a:lnTo>
                <a:lnTo>
                  <a:pt x="235811" y="2556994"/>
                </a:lnTo>
                <a:lnTo>
                  <a:pt x="233235" y="2503447"/>
                </a:lnTo>
                <a:lnTo>
                  <a:pt x="231598" y="2449809"/>
                </a:lnTo>
                <a:lnTo>
                  <a:pt x="231025" y="2396109"/>
                </a:lnTo>
                <a:lnTo>
                  <a:pt x="231529" y="2347380"/>
                </a:lnTo>
                <a:lnTo>
                  <a:pt x="233102" y="2298650"/>
                </a:lnTo>
                <a:lnTo>
                  <a:pt x="235837" y="2249941"/>
                </a:lnTo>
                <a:lnTo>
                  <a:pt x="239828" y="2201275"/>
                </a:lnTo>
                <a:lnTo>
                  <a:pt x="245167" y="2152674"/>
                </a:lnTo>
                <a:lnTo>
                  <a:pt x="251947" y="2104161"/>
                </a:lnTo>
                <a:lnTo>
                  <a:pt x="260262" y="2055759"/>
                </a:lnTo>
                <a:lnTo>
                  <a:pt x="270204" y="2007489"/>
                </a:lnTo>
                <a:lnTo>
                  <a:pt x="281367" y="1962201"/>
                </a:lnTo>
                <a:lnTo>
                  <a:pt x="293993" y="1920060"/>
                </a:lnTo>
                <a:lnTo>
                  <a:pt x="308030" y="1880871"/>
                </a:lnTo>
                <a:lnTo>
                  <a:pt x="323425" y="1844441"/>
                </a:lnTo>
                <a:lnTo>
                  <a:pt x="358077" y="1779081"/>
                </a:lnTo>
                <a:lnTo>
                  <a:pt x="397527" y="1722432"/>
                </a:lnTo>
                <a:lnTo>
                  <a:pt x="441353" y="1672943"/>
                </a:lnTo>
                <a:lnTo>
                  <a:pt x="489135" y="1629065"/>
                </a:lnTo>
                <a:lnTo>
                  <a:pt x="540449" y="1589250"/>
                </a:lnTo>
                <a:lnTo>
                  <a:pt x="594874" y="1551946"/>
                </a:lnTo>
                <a:lnTo>
                  <a:pt x="741777" y="1459510"/>
                </a:lnTo>
                <a:lnTo>
                  <a:pt x="772594" y="1439615"/>
                </a:lnTo>
                <a:lnTo>
                  <a:pt x="835243" y="1396866"/>
                </a:lnTo>
                <a:lnTo>
                  <a:pt x="866970" y="1373625"/>
                </a:lnTo>
                <a:lnTo>
                  <a:pt x="898894" y="1348881"/>
                </a:lnTo>
                <a:lnTo>
                  <a:pt x="930963" y="1322442"/>
                </a:lnTo>
                <a:lnTo>
                  <a:pt x="963124" y="1294112"/>
                </a:lnTo>
                <a:lnTo>
                  <a:pt x="995324" y="1263699"/>
                </a:lnTo>
                <a:lnTo>
                  <a:pt x="1027511" y="1231009"/>
                </a:lnTo>
                <a:lnTo>
                  <a:pt x="1059632" y="1195848"/>
                </a:lnTo>
                <a:lnTo>
                  <a:pt x="1091634" y="1158022"/>
                </a:lnTo>
                <a:lnTo>
                  <a:pt x="1123464" y="1117339"/>
                </a:lnTo>
                <a:lnTo>
                  <a:pt x="1155070" y="1073603"/>
                </a:lnTo>
                <a:lnTo>
                  <a:pt x="1186399" y="1026621"/>
                </a:lnTo>
                <a:lnTo>
                  <a:pt x="1217399" y="976200"/>
                </a:lnTo>
                <a:lnTo>
                  <a:pt x="1248016" y="922147"/>
                </a:lnTo>
                <a:lnTo>
                  <a:pt x="1273577" y="872345"/>
                </a:lnTo>
                <a:lnTo>
                  <a:pt x="1296350" y="822363"/>
                </a:lnTo>
                <a:lnTo>
                  <a:pt x="1316444" y="772269"/>
                </a:lnTo>
                <a:lnTo>
                  <a:pt x="1333966" y="722131"/>
                </a:lnTo>
                <a:lnTo>
                  <a:pt x="1349023" y="672018"/>
                </a:lnTo>
                <a:lnTo>
                  <a:pt x="1361723" y="621998"/>
                </a:lnTo>
                <a:lnTo>
                  <a:pt x="1372174" y="572139"/>
                </a:lnTo>
                <a:lnTo>
                  <a:pt x="1380484" y="522510"/>
                </a:lnTo>
                <a:lnTo>
                  <a:pt x="1386760" y="473180"/>
                </a:lnTo>
                <a:lnTo>
                  <a:pt x="1391109" y="424215"/>
                </a:lnTo>
                <a:lnTo>
                  <a:pt x="1393640" y="375686"/>
                </a:lnTo>
                <a:lnTo>
                  <a:pt x="1394459" y="327660"/>
                </a:lnTo>
                <a:lnTo>
                  <a:pt x="135804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3419140"/>
            <a:ext cx="3120390" cy="1724660"/>
          </a:xfrm>
          <a:custGeom>
            <a:avLst/>
            <a:gdLst/>
            <a:ahLst/>
            <a:cxnLst/>
            <a:rect l="l" t="t" r="r" b="b"/>
            <a:pathLst>
              <a:path w="3120390" h="1724660">
                <a:moveTo>
                  <a:pt x="0" y="0"/>
                </a:moveTo>
                <a:lnTo>
                  <a:pt x="0" y="1724359"/>
                </a:lnTo>
                <a:lnTo>
                  <a:pt x="3120323" y="1724359"/>
                </a:lnTo>
                <a:lnTo>
                  <a:pt x="3101067" y="1714945"/>
                </a:lnTo>
                <a:lnTo>
                  <a:pt x="3056553" y="1690264"/>
                </a:lnTo>
                <a:lnTo>
                  <a:pt x="3013608" y="1663468"/>
                </a:lnTo>
                <a:lnTo>
                  <a:pt x="2972328" y="1634640"/>
                </a:lnTo>
                <a:lnTo>
                  <a:pt x="2932805" y="1603862"/>
                </a:lnTo>
                <a:lnTo>
                  <a:pt x="2895133" y="1571214"/>
                </a:lnTo>
                <a:lnTo>
                  <a:pt x="2859405" y="1536780"/>
                </a:lnTo>
                <a:lnTo>
                  <a:pt x="2815759" y="1486798"/>
                </a:lnTo>
                <a:lnTo>
                  <a:pt x="2772025" y="1425721"/>
                </a:lnTo>
                <a:lnTo>
                  <a:pt x="2749843" y="1391775"/>
                </a:lnTo>
                <a:lnTo>
                  <a:pt x="2727299" y="1355959"/>
                </a:lnTo>
                <a:lnTo>
                  <a:pt x="2704282" y="1318574"/>
                </a:lnTo>
                <a:lnTo>
                  <a:pt x="2656372" y="1240304"/>
                </a:lnTo>
                <a:lnTo>
                  <a:pt x="2631254" y="1200020"/>
                </a:lnTo>
                <a:lnTo>
                  <a:pt x="2605209" y="1159374"/>
                </a:lnTo>
                <a:lnTo>
                  <a:pt x="2582878" y="1125808"/>
                </a:lnTo>
                <a:lnTo>
                  <a:pt x="1052703" y="1125808"/>
                </a:lnTo>
                <a:lnTo>
                  <a:pt x="1007340" y="1123078"/>
                </a:lnTo>
                <a:lnTo>
                  <a:pt x="962493" y="1114886"/>
                </a:lnTo>
                <a:lnTo>
                  <a:pt x="918777" y="1101226"/>
                </a:lnTo>
                <a:lnTo>
                  <a:pt x="876808" y="1082094"/>
                </a:lnTo>
                <a:lnTo>
                  <a:pt x="836451" y="1056148"/>
                </a:lnTo>
                <a:lnTo>
                  <a:pt x="801243" y="1026358"/>
                </a:lnTo>
                <a:lnTo>
                  <a:pt x="770652" y="993118"/>
                </a:lnTo>
                <a:lnTo>
                  <a:pt x="744145" y="956823"/>
                </a:lnTo>
                <a:lnTo>
                  <a:pt x="721192" y="917865"/>
                </a:lnTo>
                <a:lnTo>
                  <a:pt x="701259" y="876639"/>
                </a:lnTo>
                <a:lnTo>
                  <a:pt x="683815" y="833538"/>
                </a:lnTo>
                <a:lnTo>
                  <a:pt x="668328" y="788957"/>
                </a:lnTo>
                <a:lnTo>
                  <a:pt x="654264" y="743288"/>
                </a:lnTo>
                <a:lnTo>
                  <a:pt x="641094" y="696926"/>
                </a:lnTo>
                <a:lnTo>
                  <a:pt x="628283" y="650264"/>
                </a:lnTo>
                <a:lnTo>
                  <a:pt x="615300" y="603696"/>
                </a:lnTo>
                <a:lnTo>
                  <a:pt x="601614" y="557616"/>
                </a:lnTo>
                <a:lnTo>
                  <a:pt x="586692" y="512417"/>
                </a:lnTo>
                <a:lnTo>
                  <a:pt x="570001" y="468494"/>
                </a:lnTo>
                <a:lnTo>
                  <a:pt x="549614" y="424779"/>
                </a:lnTo>
                <a:lnTo>
                  <a:pt x="526541" y="382599"/>
                </a:lnTo>
                <a:lnTo>
                  <a:pt x="500890" y="342029"/>
                </a:lnTo>
                <a:lnTo>
                  <a:pt x="472770" y="303143"/>
                </a:lnTo>
                <a:lnTo>
                  <a:pt x="442288" y="266018"/>
                </a:lnTo>
                <a:lnTo>
                  <a:pt x="409554" y="230728"/>
                </a:lnTo>
                <a:lnTo>
                  <a:pt x="374675" y="197349"/>
                </a:lnTo>
                <a:lnTo>
                  <a:pt x="337760" y="165956"/>
                </a:lnTo>
                <a:lnTo>
                  <a:pt x="298917" y="136625"/>
                </a:lnTo>
                <a:lnTo>
                  <a:pt x="258254" y="109431"/>
                </a:lnTo>
                <a:lnTo>
                  <a:pt x="215880" y="84450"/>
                </a:lnTo>
                <a:lnTo>
                  <a:pt x="171903" y="61756"/>
                </a:lnTo>
                <a:lnTo>
                  <a:pt x="126432" y="41425"/>
                </a:lnTo>
                <a:lnTo>
                  <a:pt x="79574" y="23533"/>
                </a:lnTo>
                <a:lnTo>
                  <a:pt x="31438" y="8154"/>
                </a:lnTo>
                <a:lnTo>
                  <a:pt x="0" y="0"/>
                </a:lnTo>
                <a:close/>
              </a:path>
              <a:path w="3120390" h="1724660">
                <a:moveTo>
                  <a:pt x="1957451" y="706149"/>
                </a:moveTo>
                <a:lnTo>
                  <a:pt x="1901312" y="709153"/>
                </a:lnTo>
                <a:lnTo>
                  <a:pt x="1846134" y="717734"/>
                </a:lnTo>
                <a:lnTo>
                  <a:pt x="1792070" y="731246"/>
                </a:lnTo>
                <a:lnTo>
                  <a:pt x="1739273" y="749043"/>
                </a:lnTo>
                <a:lnTo>
                  <a:pt x="1687897" y="770479"/>
                </a:lnTo>
                <a:lnTo>
                  <a:pt x="1638095" y="794908"/>
                </a:lnTo>
                <a:lnTo>
                  <a:pt x="1590021" y="821682"/>
                </a:lnTo>
                <a:lnTo>
                  <a:pt x="1543828" y="850157"/>
                </a:lnTo>
                <a:lnTo>
                  <a:pt x="1499670" y="879687"/>
                </a:lnTo>
                <a:lnTo>
                  <a:pt x="1457700" y="909624"/>
                </a:lnTo>
                <a:lnTo>
                  <a:pt x="1418071" y="939323"/>
                </a:lnTo>
                <a:lnTo>
                  <a:pt x="1380938" y="968137"/>
                </a:lnTo>
                <a:lnTo>
                  <a:pt x="1314771" y="1020528"/>
                </a:lnTo>
                <a:lnTo>
                  <a:pt x="1286044" y="1042813"/>
                </a:lnTo>
                <a:lnTo>
                  <a:pt x="1238072" y="1076328"/>
                </a:lnTo>
                <a:lnTo>
                  <a:pt x="1194436" y="1097936"/>
                </a:lnTo>
                <a:lnTo>
                  <a:pt x="1148516" y="1113403"/>
                </a:lnTo>
                <a:lnTo>
                  <a:pt x="1101031" y="1122702"/>
                </a:lnTo>
                <a:lnTo>
                  <a:pt x="1052703" y="1125808"/>
                </a:lnTo>
                <a:lnTo>
                  <a:pt x="2582878" y="1125808"/>
                </a:lnTo>
                <a:lnTo>
                  <a:pt x="2549890" y="1078195"/>
                </a:lnTo>
                <a:lnTo>
                  <a:pt x="2520388" y="1038266"/>
                </a:lnTo>
                <a:lnTo>
                  <a:pt x="2489509" y="999178"/>
                </a:lnTo>
                <a:lnTo>
                  <a:pt x="2457138" y="961234"/>
                </a:lnTo>
                <a:lnTo>
                  <a:pt x="2423163" y="924733"/>
                </a:lnTo>
                <a:lnTo>
                  <a:pt x="2387470" y="889979"/>
                </a:lnTo>
                <a:lnTo>
                  <a:pt x="2349947" y="857271"/>
                </a:lnTo>
                <a:lnTo>
                  <a:pt x="2310480" y="826911"/>
                </a:lnTo>
                <a:lnTo>
                  <a:pt x="2268957" y="799201"/>
                </a:lnTo>
                <a:lnTo>
                  <a:pt x="2225264" y="774441"/>
                </a:lnTo>
                <a:lnTo>
                  <a:pt x="2179289" y="752934"/>
                </a:lnTo>
                <a:lnTo>
                  <a:pt x="2130919" y="734980"/>
                </a:lnTo>
                <a:lnTo>
                  <a:pt x="2080039" y="720880"/>
                </a:lnTo>
                <a:lnTo>
                  <a:pt x="2026539" y="710937"/>
                </a:lnTo>
                <a:lnTo>
                  <a:pt x="1974568" y="706443"/>
                </a:lnTo>
                <a:lnTo>
                  <a:pt x="1957451" y="706149"/>
                </a:lnTo>
                <a:close/>
              </a:path>
            </a:pathLst>
          </a:custGeom>
          <a:solidFill>
            <a:srgbClr val="9DCED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0" y="4426510"/>
            <a:ext cx="1869439" cy="717550"/>
          </a:xfrm>
          <a:custGeom>
            <a:avLst/>
            <a:gdLst/>
            <a:ahLst/>
            <a:cxnLst/>
            <a:rect l="l" t="t" r="r" b="b"/>
            <a:pathLst>
              <a:path w="1869439" h="717550">
                <a:moveTo>
                  <a:pt x="67063" y="204036"/>
                </a:moveTo>
                <a:lnTo>
                  <a:pt x="47897" y="206801"/>
                </a:lnTo>
                <a:lnTo>
                  <a:pt x="28774" y="211696"/>
                </a:lnTo>
                <a:lnTo>
                  <a:pt x="9657" y="218908"/>
                </a:lnTo>
                <a:lnTo>
                  <a:pt x="0" y="223807"/>
                </a:lnTo>
                <a:lnTo>
                  <a:pt x="0" y="716988"/>
                </a:lnTo>
                <a:lnTo>
                  <a:pt x="1826686" y="716987"/>
                </a:lnTo>
                <a:lnTo>
                  <a:pt x="1847739" y="655903"/>
                </a:lnTo>
                <a:lnTo>
                  <a:pt x="1858916" y="607955"/>
                </a:lnTo>
                <a:lnTo>
                  <a:pt x="1866039" y="560710"/>
                </a:lnTo>
                <a:lnTo>
                  <a:pt x="1869323" y="514950"/>
                </a:lnTo>
                <a:lnTo>
                  <a:pt x="1868988" y="471456"/>
                </a:lnTo>
                <a:lnTo>
                  <a:pt x="1865249" y="431011"/>
                </a:lnTo>
                <a:lnTo>
                  <a:pt x="1855617" y="383317"/>
                </a:lnTo>
                <a:lnTo>
                  <a:pt x="1840669" y="336680"/>
                </a:lnTo>
                <a:lnTo>
                  <a:pt x="1823864" y="298397"/>
                </a:lnTo>
                <a:lnTo>
                  <a:pt x="524662" y="298397"/>
                </a:lnTo>
                <a:lnTo>
                  <a:pt x="467599" y="298083"/>
                </a:lnTo>
                <a:lnTo>
                  <a:pt x="413964" y="291635"/>
                </a:lnTo>
                <a:lnTo>
                  <a:pt x="363413" y="280595"/>
                </a:lnTo>
                <a:lnTo>
                  <a:pt x="315603" y="266501"/>
                </a:lnTo>
                <a:lnTo>
                  <a:pt x="270190" y="250893"/>
                </a:lnTo>
                <a:lnTo>
                  <a:pt x="226831" y="235311"/>
                </a:lnTo>
                <a:lnTo>
                  <a:pt x="185182" y="221294"/>
                </a:lnTo>
                <a:lnTo>
                  <a:pt x="144900" y="210383"/>
                </a:lnTo>
                <a:lnTo>
                  <a:pt x="105642" y="204117"/>
                </a:lnTo>
                <a:lnTo>
                  <a:pt x="67063" y="204036"/>
                </a:lnTo>
                <a:close/>
              </a:path>
              <a:path w="1869439" h="717550">
                <a:moveTo>
                  <a:pt x="1371473" y="0"/>
                </a:moveTo>
                <a:lnTo>
                  <a:pt x="1298829" y="2525"/>
                </a:lnTo>
                <a:lnTo>
                  <a:pt x="1245778" y="9643"/>
                </a:lnTo>
                <a:lnTo>
                  <a:pt x="1194890" y="20684"/>
                </a:lnTo>
                <a:lnTo>
                  <a:pt x="1145941" y="35119"/>
                </a:lnTo>
                <a:lnTo>
                  <a:pt x="1098710" y="52419"/>
                </a:lnTo>
                <a:lnTo>
                  <a:pt x="1052974" y="72055"/>
                </a:lnTo>
                <a:lnTo>
                  <a:pt x="1008510" y="93497"/>
                </a:lnTo>
                <a:lnTo>
                  <a:pt x="965097" y="116217"/>
                </a:lnTo>
                <a:lnTo>
                  <a:pt x="922513" y="139685"/>
                </a:lnTo>
                <a:lnTo>
                  <a:pt x="838939" y="186750"/>
                </a:lnTo>
                <a:lnTo>
                  <a:pt x="797506" y="209288"/>
                </a:lnTo>
                <a:lnTo>
                  <a:pt x="756012" y="230458"/>
                </a:lnTo>
                <a:lnTo>
                  <a:pt x="714235" y="249731"/>
                </a:lnTo>
                <a:lnTo>
                  <a:pt x="671952" y="266578"/>
                </a:lnTo>
                <a:lnTo>
                  <a:pt x="628942" y="280468"/>
                </a:lnTo>
                <a:lnTo>
                  <a:pt x="584983" y="290875"/>
                </a:lnTo>
                <a:lnTo>
                  <a:pt x="539851" y="297267"/>
                </a:lnTo>
                <a:lnTo>
                  <a:pt x="524662" y="298397"/>
                </a:lnTo>
                <a:lnTo>
                  <a:pt x="1823864" y="298397"/>
                </a:lnTo>
                <a:lnTo>
                  <a:pt x="1796545" y="248156"/>
                </a:lnTo>
                <a:lnTo>
                  <a:pt x="1768234" y="207056"/>
                </a:lnTo>
                <a:lnTo>
                  <a:pt x="1736330" y="168590"/>
                </a:lnTo>
                <a:lnTo>
                  <a:pt x="1701267" y="133151"/>
                </a:lnTo>
                <a:lnTo>
                  <a:pt x="1663475" y="101135"/>
                </a:lnTo>
                <a:lnTo>
                  <a:pt x="1623386" y="72934"/>
                </a:lnTo>
                <a:lnTo>
                  <a:pt x="1581432" y="48943"/>
                </a:lnTo>
                <a:lnTo>
                  <a:pt x="1538043" y="29556"/>
                </a:lnTo>
                <a:lnTo>
                  <a:pt x="1493651" y="15167"/>
                </a:lnTo>
                <a:lnTo>
                  <a:pt x="1448689" y="6170"/>
                </a:lnTo>
                <a:lnTo>
                  <a:pt x="1409485" y="1927"/>
                </a:lnTo>
                <a:lnTo>
                  <a:pt x="1371473" y="0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2696" y="4768596"/>
            <a:ext cx="163067" cy="16459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591" y="4210811"/>
            <a:ext cx="99060" cy="975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" y="2907792"/>
            <a:ext cx="164592" cy="16459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6532" y="4901184"/>
            <a:ext cx="99059" cy="9905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59052" y="3910584"/>
            <a:ext cx="99059" cy="9905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7662671" y="1089188"/>
            <a:ext cx="1481455" cy="4054475"/>
          </a:xfrm>
          <a:custGeom>
            <a:avLst/>
            <a:gdLst/>
            <a:ahLst/>
            <a:cxnLst/>
            <a:rect l="l" t="t" r="r" b="b"/>
            <a:pathLst>
              <a:path w="1481454" h="4054475">
                <a:moveTo>
                  <a:pt x="1481327" y="0"/>
                </a:moveTo>
                <a:lnTo>
                  <a:pt x="1409914" y="49126"/>
                </a:lnTo>
                <a:lnTo>
                  <a:pt x="1371494" y="80060"/>
                </a:lnTo>
                <a:lnTo>
                  <a:pt x="1336095" y="112003"/>
                </a:lnTo>
                <a:lnTo>
                  <a:pt x="1303610" y="144930"/>
                </a:lnTo>
                <a:lnTo>
                  <a:pt x="1273929" y="178816"/>
                </a:lnTo>
                <a:lnTo>
                  <a:pt x="1246947" y="213633"/>
                </a:lnTo>
                <a:lnTo>
                  <a:pt x="1222553" y="249358"/>
                </a:lnTo>
                <a:lnTo>
                  <a:pt x="1200641" y="285963"/>
                </a:lnTo>
                <a:lnTo>
                  <a:pt x="1181103" y="323424"/>
                </a:lnTo>
                <a:lnTo>
                  <a:pt x="1163830" y="361714"/>
                </a:lnTo>
                <a:lnTo>
                  <a:pt x="1148714" y="400808"/>
                </a:lnTo>
                <a:lnTo>
                  <a:pt x="1135648" y="440679"/>
                </a:lnTo>
                <a:lnTo>
                  <a:pt x="1124523" y="481303"/>
                </a:lnTo>
                <a:lnTo>
                  <a:pt x="1115232" y="522653"/>
                </a:lnTo>
                <a:lnTo>
                  <a:pt x="1107667" y="564705"/>
                </a:lnTo>
                <a:lnTo>
                  <a:pt x="1101719" y="607430"/>
                </a:lnTo>
                <a:lnTo>
                  <a:pt x="1097281" y="650806"/>
                </a:lnTo>
                <a:lnTo>
                  <a:pt x="1094245" y="694804"/>
                </a:lnTo>
                <a:lnTo>
                  <a:pt x="1092502" y="739401"/>
                </a:lnTo>
                <a:lnTo>
                  <a:pt x="1091946" y="784569"/>
                </a:lnTo>
                <a:lnTo>
                  <a:pt x="1092519" y="832570"/>
                </a:lnTo>
                <a:lnTo>
                  <a:pt x="1094155" y="881143"/>
                </a:lnTo>
                <a:lnTo>
                  <a:pt x="1096730" y="930258"/>
                </a:lnTo>
                <a:lnTo>
                  <a:pt x="1100118" y="979885"/>
                </a:lnTo>
                <a:lnTo>
                  <a:pt x="1104194" y="1029994"/>
                </a:lnTo>
                <a:lnTo>
                  <a:pt x="1108833" y="1080557"/>
                </a:lnTo>
                <a:lnTo>
                  <a:pt x="1113910" y="1131542"/>
                </a:lnTo>
                <a:lnTo>
                  <a:pt x="1119299" y="1182920"/>
                </a:lnTo>
                <a:lnTo>
                  <a:pt x="1124876" y="1234662"/>
                </a:lnTo>
                <a:lnTo>
                  <a:pt x="1130516" y="1286738"/>
                </a:lnTo>
                <a:lnTo>
                  <a:pt x="1136093" y="1339117"/>
                </a:lnTo>
                <a:lnTo>
                  <a:pt x="1141482" y="1391770"/>
                </a:lnTo>
                <a:lnTo>
                  <a:pt x="1146559" y="1444668"/>
                </a:lnTo>
                <a:lnTo>
                  <a:pt x="1151198" y="1497780"/>
                </a:lnTo>
                <a:lnTo>
                  <a:pt x="1155274" y="1551077"/>
                </a:lnTo>
                <a:lnTo>
                  <a:pt x="1158662" y="1604529"/>
                </a:lnTo>
                <a:lnTo>
                  <a:pt x="1161237" y="1658106"/>
                </a:lnTo>
                <a:lnTo>
                  <a:pt x="1162873" y="1711779"/>
                </a:lnTo>
                <a:lnTo>
                  <a:pt x="1163447" y="1765517"/>
                </a:lnTo>
                <a:lnTo>
                  <a:pt x="1162943" y="1814246"/>
                </a:lnTo>
                <a:lnTo>
                  <a:pt x="1161369" y="1862978"/>
                </a:lnTo>
                <a:lnTo>
                  <a:pt x="1158631" y="1911691"/>
                </a:lnTo>
                <a:lnTo>
                  <a:pt x="1154636" y="1960367"/>
                </a:lnTo>
                <a:lnTo>
                  <a:pt x="1149289" y="2008982"/>
                </a:lnTo>
                <a:lnTo>
                  <a:pt x="1142497" y="2057518"/>
                </a:lnTo>
                <a:lnTo>
                  <a:pt x="1134167" y="2105952"/>
                </a:lnTo>
                <a:lnTo>
                  <a:pt x="1124203" y="2154264"/>
                </a:lnTo>
                <a:lnTo>
                  <a:pt x="1113044" y="2199561"/>
                </a:lnTo>
                <a:lnTo>
                  <a:pt x="1100420" y="2241711"/>
                </a:lnTo>
                <a:lnTo>
                  <a:pt x="1086386" y="2280908"/>
                </a:lnTo>
                <a:lnTo>
                  <a:pt x="1070994" y="2317345"/>
                </a:lnTo>
                <a:lnTo>
                  <a:pt x="1036347" y="2382716"/>
                </a:lnTo>
                <a:lnTo>
                  <a:pt x="996901" y="2439374"/>
                </a:lnTo>
                <a:lnTo>
                  <a:pt x="953078" y="2488870"/>
                </a:lnTo>
                <a:lnTo>
                  <a:pt x="905300" y="2532754"/>
                </a:lnTo>
                <a:lnTo>
                  <a:pt x="853988" y="2572575"/>
                </a:lnTo>
                <a:lnTo>
                  <a:pt x="799565" y="2609884"/>
                </a:lnTo>
                <a:lnTo>
                  <a:pt x="652666" y="2702338"/>
                </a:lnTo>
                <a:lnTo>
                  <a:pt x="621849" y="2722239"/>
                </a:lnTo>
                <a:lnTo>
                  <a:pt x="559201" y="2765001"/>
                </a:lnTo>
                <a:lnTo>
                  <a:pt x="527475" y="2788249"/>
                </a:lnTo>
                <a:lnTo>
                  <a:pt x="495551" y="2813001"/>
                </a:lnTo>
                <a:lnTo>
                  <a:pt x="463483" y="2839450"/>
                </a:lnTo>
                <a:lnTo>
                  <a:pt x="431322" y="2867789"/>
                </a:lnTo>
                <a:lnTo>
                  <a:pt x="399122" y="2898214"/>
                </a:lnTo>
                <a:lnTo>
                  <a:pt x="366935" y="2930917"/>
                </a:lnTo>
                <a:lnTo>
                  <a:pt x="334814" y="2966092"/>
                </a:lnTo>
                <a:lnTo>
                  <a:pt x="302812" y="3003933"/>
                </a:lnTo>
                <a:lnTo>
                  <a:pt x="270982" y="3044634"/>
                </a:lnTo>
                <a:lnTo>
                  <a:pt x="239376" y="3088389"/>
                </a:lnTo>
                <a:lnTo>
                  <a:pt x="208047" y="3135390"/>
                </a:lnTo>
                <a:lnTo>
                  <a:pt x="177047" y="3185833"/>
                </a:lnTo>
                <a:lnTo>
                  <a:pt x="146430" y="3239911"/>
                </a:lnTo>
                <a:lnTo>
                  <a:pt x="120872" y="3289740"/>
                </a:lnTo>
                <a:lnTo>
                  <a:pt x="98101" y="3339746"/>
                </a:lnTo>
                <a:lnTo>
                  <a:pt x="78009" y="3389862"/>
                </a:lnTo>
                <a:lnTo>
                  <a:pt x="60489" y="3440019"/>
                </a:lnTo>
                <a:lnTo>
                  <a:pt x="45433" y="3490148"/>
                </a:lnTo>
                <a:lnTo>
                  <a:pt x="32734" y="3540182"/>
                </a:lnTo>
                <a:lnTo>
                  <a:pt x="22283" y="3590051"/>
                </a:lnTo>
                <a:lnTo>
                  <a:pt x="13974" y="3639687"/>
                </a:lnTo>
                <a:lnTo>
                  <a:pt x="7699" y="3689022"/>
                </a:lnTo>
                <a:lnTo>
                  <a:pt x="3350" y="3737988"/>
                </a:lnTo>
                <a:lnTo>
                  <a:pt x="819" y="3786516"/>
                </a:lnTo>
                <a:lnTo>
                  <a:pt x="0" y="3834537"/>
                </a:lnTo>
                <a:lnTo>
                  <a:pt x="24414" y="4054311"/>
                </a:lnTo>
                <a:lnTo>
                  <a:pt x="1481327" y="4054311"/>
                </a:lnTo>
                <a:lnTo>
                  <a:pt x="148132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g object 25"/>
          <p:cNvSpPr/>
          <p:nvPr/>
        </p:nvSpPr>
        <p:spPr>
          <a:xfrm>
            <a:off x="6109707" y="0"/>
            <a:ext cx="3034665" cy="1677035"/>
          </a:xfrm>
          <a:custGeom>
            <a:avLst/>
            <a:gdLst/>
            <a:ahLst/>
            <a:cxnLst/>
            <a:rect l="l" t="t" r="r" b="b"/>
            <a:pathLst>
              <a:path w="3034665" h="1677035">
                <a:moveTo>
                  <a:pt x="3034292" y="567054"/>
                </a:moveTo>
                <a:lnTo>
                  <a:pt x="1997591" y="567054"/>
                </a:lnTo>
                <a:lnTo>
                  <a:pt x="2042327" y="569745"/>
                </a:lnTo>
                <a:lnTo>
                  <a:pt x="2086586" y="577818"/>
                </a:lnTo>
                <a:lnTo>
                  <a:pt x="2129750" y="591272"/>
                </a:lnTo>
                <a:lnTo>
                  <a:pt x="2171200" y="610108"/>
                </a:lnTo>
                <a:lnTo>
                  <a:pt x="2211054" y="635704"/>
                </a:lnTo>
                <a:lnTo>
                  <a:pt x="2245824" y="665090"/>
                </a:lnTo>
                <a:lnTo>
                  <a:pt x="2276037" y="697880"/>
                </a:lnTo>
                <a:lnTo>
                  <a:pt x="2302217" y="733683"/>
                </a:lnTo>
                <a:lnTo>
                  <a:pt x="2324889" y="772112"/>
                </a:lnTo>
                <a:lnTo>
                  <a:pt x="2344578" y="812779"/>
                </a:lnTo>
                <a:lnTo>
                  <a:pt x="2361811" y="855295"/>
                </a:lnTo>
                <a:lnTo>
                  <a:pt x="2377111" y="899272"/>
                </a:lnTo>
                <a:lnTo>
                  <a:pt x="2391004" y="944321"/>
                </a:lnTo>
                <a:lnTo>
                  <a:pt x="2404015" y="990054"/>
                </a:lnTo>
                <a:lnTo>
                  <a:pt x="2416669" y="1036083"/>
                </a:lnTo>
                <a:lnTo>
                  <a:pt x="2429492" y="1082019"/>
                </a:lnTo>
                <a:lnTo>
                  <a:pt x="2443008" y="1127475"/>
                </a:lnTo>
                <a:lnTo>
                  <a:pt x="2457743" y="1172061"/>
                </a:lnTo>
                <a:lnTo>
                  <a:pt x="2474222" y="1215389"/>
                </a:lnTo>
                <a:lnTo>
                  <a:pt x="2494358" y="1258495"/>
                </a:lnTo>
                <a:lnTo>
                  <a:pt x="2517147" y="1300089"/>
                </a:lnTo>
                <a:lnTo>
                  <a:pt x="2542480" y="1340096"/>
                </a:lnTo>
                <a:lnTo>
                  <a:pt x="2570251" y="1378444"/>
                </a:lnTo>
                <a:lnTo>
                  <a:pt x="2600354" y="1415056"/>
                </a:lnTo>
                <a:lnTo>
                  <a:pt x="2632680" y="1449860"/>
                </a:lnTo>
                <a:lnTo>
                  <a:pt x="2667125" y="1482779"/>
                </a:lnTo>
                <a:lnTo>
                  <a:pt x="2703580" y="1513740"/>
                </a:lnTo>
                <a:lnTo>
                  <a:pt x="2741938" y="1542668"/>
                </a:lnTo>
                <a:lnTo>
                  <a:pt x="2782093" y="1569490"/>
                </a:lnTo>
                <a:lnTo>
                  <a:pt x="2823939" y="1594129"/>
                </a:lnTo>
                <a:lnTo>
                  <a:pt x="2867367" y="1616512"/>
                </a:lnTo>
                <a:lnTo>
                  <a:pt x="2912272" y="1636564"/>
                </a:lnTo>
                <a:lnTo>
                  <a:pt x="2958545" y="1654212"/>
                </a:lnTo>
                <a:lnTo>
                  <a:pt x="3006082" y="1669379"/>
                </a:lnTo>
                <a:lnTo>
                  <a:pt x="3034292" y="1676687"/>
                </a:lnTo>
                <a:lnTo>
                  <a:pt x="3034292" y="567054"/>
                </a:lnTo>
                <a:close/>
              </a:path>
              <a:path w="3034665" h="1677035">
                <a:moveTo>
                  <a:pt x="3034292" y="0"/>
                </a:moveTo>
                <a:lnTo>
                  <a:pt x="0" y="0"/>
                </a:lnTo>
                <a:lnTo>
                  <a:pt x="18616" y="10307"/>
                </a:lnTo>
                <a:lnTo>
                  <a:pt x="61014" y="36723"/>
                </a:lnTo>
                <a:lnTo>
                  <a:pt x="101777" y="65145"/>
                </a:lnTo>
                <a:lnTo>
                  <a:pt x="140817" y="95496"/>
                </a:lnTo>
                <a:lnTo>
                  <a:pt x="178043" y="127697"/>
                </a:lnTo>
                <a:lnTo>
                  <a:pt x="213368" y="161671"/>
                </a:lnTo>
                <a:lnTo>
                  <a:pt x="256462" y="210960"/>
                </a:lnTo>
                <a:lnTo>
                  <a:pt x="299645" y="271195"/>
                </a:lnTo>
                <a:lnTo>
                  <a:pt x="321549" y="304675"/>
                </a:lnTo>
                <a:lnTo>
                  <a:pt x="343810" y="339999"/>
                </a:lnTo>
                <a:lnTo>
                  <a:pt x="413853" y="454071"/>
                </a:lnTo>
                <a:lnTo>
                  <a:pt x="438658" y="493803"/>
                </a:lnTo>
                <a:lnTo>
                  <a:pt x="464378" y="533894"/>
                </a:lnTo>
                <a:lnTo>
                  <a:pt x="491125" y="574047"/>
                </a:lnTo>
                <a:lnTo>
                  <a:pt x="519009" y="613965"/>
                </a:lnTo>
                <a:lnTo>
                  <a:pt x="548143" y="653350"/>
                </a:lnTo>
                <a:lnTo>
                  <a:pt x="578639" y="691906"/>
                </a:lnTo>
                <a:lnTo>
                  <a:pt x="610606" y="729334"/>
                </a:lnTo>
                <a:lnTo>
                  <a:pt x="644158" y="765338"/>
                </a:lnTo>
                <a:lnTo>
                  <a:pt x="679406" y="799621"/>
                </a:lnTo>
                <a:lnTo>
                  <a:pt x="716461" y="831885"/>
                </a:lnTo>
                <a:lnTo>
                  <a:pt x="755435" y="861833"/>
                </a:lnTo>
                <a:lnTo>
                  <a:pt x="796439" y="889168"/>
                </a:lnTo>
                <a:lnTo>
                  <a:pt x="839585" y="913594"/>
                </a:lnTo>
                <a:lnTo>
                  <a:pt x="884985" y="934811"/>
                </a:lnTo>
                <a:lnTo>
                  <a:pt x="932749" y="952525"/>
                </a:lnTo>
                <a:lnTo>
                  <a:pt x="982991" y="966436"/>
                </a:lnTo>
                <a:lnTo>
                  <a:pt x="1035820" y="976249"/>
                </a:lnTo>
                <a:lnTo>
                  <a:pt x="1087166" y="980660"/>
                </a:lnTo>
                <a:lnTo>
                  <a:pt x="1104146" y="980948"/>
                </a:lnTo>
                <a:lnTo>
                  <a:pt x="1159573" y="977985"/>
                </a:lnTo>
                <a:lnTo>
                  <a:pt x="1214052" y="969521"/>
                </a:lnTo>
                <a:lnTo>
                  <a:pt x="1267431" y="956194"/>
                </a:lnTo>
                <a:lnTo>
                  <a:pt x="1319560" y="938640"/>
                </a:lnTo>
                <a:lnTo>
                  <a:pt x="1370286" y="917497"/>
                </a:lnTo>
                <a:lnTo>
                  <a:pt x="1419459" y="893403"/>
                </a:lnTo>
                <a:lnTo>
                  <a:pt x="1466926" y="866994"/>
                </a:lnTo>
                <a:lnTo>
                  <a:pt x="1512535" y="838909"/>
                </a:lnTo>
                <a:lnTo>
                  <a:pt x="1556137" y="809783"/>
                </a:lnTo>
                <a:lnTo>
                  <a:pt x="1597578" y="780255"/>
                </a:lnTo>
                <a:lnTo>
                  <a:pt x="1636708" y="750962"/>
                </a:lnTo>
                <a:lnTo>
                  <a:pt x="1673374" y="722541"/>
                </a:lnTo>
                <a:lnTo>
                  <a:pt x="1738712" y="670864"/>
                </a:lnTo>
                <a:lnTo>
                  <a:pt x="1767080" y="648883"/>
                </a:lnTo>
                <a:lnTo>
                  <a:pt x="1814457" y="615823"/>
                </a:lnTo>
                <a:lnTo>
                  <a:pt x="1857556" y="594487"/>
                </a:lnTo>
                <a:lnTo>
                  <a:pt x="1902928" y="579247"/>
                </a:lnTo>
                <a:lnTo>
                  <a:pt x="1949849" y="570102"/>
                </a:lnTo>
                <a:lnTo>
                  <a:pt x="1997591" y="567054"/>
                </a:lnTo>
                <a:lnTo>
                  <a:pt x="3034292" y="567054"/>
                </a:lnTo>
                <a:lnTo>
                  <a:pt x="3034292" y="0"/>
                </a:lnTo>
                <a:close/>
              </a:path>
            </a:pathLst>
          </a:custGeom>
          <a:solidFill>
            <a:srgbClr val="9DCED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g object 26"/>
          <p:cNvSpPr/>
          <p:nvPr/>
        </p:nvSpPr>
        <p:spPr>
          <a:xfrm>
            <a:off x="7301139" y="0"/>
            <a:ext cx="1843405" cy="683895"/>
          </a:xfrm>
          <a:custGeom>
            <a:avLst/>
            <a:gdLst/>
            <a:ahLst/>
            <a:cxnLst/>
            <a:rect l="l" t="t" r="r" b="b"/>
            <a:pathLst>
              <a:path w="1843404" h="683895">
                <a:moveTo>
                  <a:pt x="1842860" y="0"/>
                </a:moveTo>
                <a:lnTo>
                  <a:pt x="32952" y="0"/>
                </a:lnTo>
                <a:lnTo>
                  <a:pt x="21284" y="36179"/>
                </a:lnTo>
                <a:lnTo>
                  <a:pt x="10259" y="83511"/>
                </a:lnTo>
                <a:lnTo>
                  <a:pt x="3236" y="130150"/>
                </a:lnTo>
                <a:lnTo>
                  <a:pt x="0" y="175323"/>
                </a:lnTo>
                <a:lnTo>
                  <a:pt x="335" y="218260"/>
                </a:lnTo>
                <a:lnTo>
                  <a:pt x="4027" y="258190"/>
                </a:lnTo>
                <a:lnTo>
                  <a:pt x="13533" y="305250"/>
                </a:lnTo>
                <a:lnTo>
                  <a:pt x="28285" y="351270"/>
                </a:lnTo>
                <a:lnTo>
                  <a:pt x="47859" y="395862"/>
                </a:lnTo>
                <a:lnTo>
                  <a:pt x="71828" y="438635"/>
                </a:lnTo>
                <a:lnTo>
                  <a:pt x="99767" y="479199"/>
                </a:lnTo>
                <a:lnTo>
                  <a:pt x="131250" y="517164"/>
                </a:lnTo>
                <a:lnTo>
                  <a:pt x="165852" y="552141"/>
                </a:lnTo>
                <a:lnTo>
                  <a:pt x="203147" y="583740"/>
                </a:lnTo>
                <a:lnTo>
                  <a:pt x="242710" y="611571"/>
                </a:lnTo>
                <a:lnTo>
                  <a:pt x="284115" y="635244"/>
                </a:lnTo>
                <a:lnTo>
                  <a:pt x="326936" y="654369"/>
                </a:lnTo>
                <a:lnTo>
                  <a:pt x="370748" y="668557"/>
                </a:lnTo>
                <a:lnTo>
                  <a:pt x="415126" y="677417"/>
                </a:lnTo>
                <a:lnTo>
                  <a:pt x="453835" y="681636"/>
                </a:lnTo>
                <a:lnTo>
                  <a:pt x="491342" y="683545"/>
                </a:lnTo>
                <a:lnTo>
                  <a:pt x="527729" y="683311"/>
                </a:lnTo>
                <a:lnTo>
                  <a:pt x="615439" y="674061"/>
                </a:lnTo>
                <a:lnTo>
                  <a:pt x="665663" y="663150"/>
                </a:lnTo>
                <a:lnTo>
                  <a:pt x="713975" y="648892"/>
                </a:lnTo>
                <a:lnTo>
                  <a:pt x="760593" y="631807"/>
                </a:lnTo>
                <a:lnTo>
                  <a:pt x="805735" y="612418"/>
                </a:lnTo>
                <a:lnTo>
                  <a:pt x="849623" y="591248"/>
                </a:lnTo>
                <a:lnTo>
                  <a:pt x="892474" y="568819"/>
                </a:lnTo>
                <a:lnTo>
                  <a:pt x="934509" y="545652"/>
                </a:lnTo>
                <a:lnTo>
                  <a:pt x="1017006" y="499196"/>
                </a:lnTo>
                <a:lnTo>
                  <a:pt x="1057906" y="476951"/>
                </a:lnTo>
                <a:lnTo>
                  <a:pt x="1098867" y="456057"/>
                </a:lnTo>
                <a:lnTo>
                  <a:pt x="1140107" y="437038"/>
                </a:lnTo>
                <a:lnTo>
                  <a:pt x="1181847" y="420415"/>
                </a:lnTo>
                <a:lnTo>
                  <a:pt x="1224305" y="406710"/>
                </a:lnTo>
                <a:lnTo>
                  <a:pt x="1267701" y="396445"/>
                </a:lnTo>
                <a:lnTo>
                  <a:pt x="1312254" y="390144"/>
                </a:lnTo>
                <a:lnTo>
                  <a:pt x="1327240" y="389000"/>
                </a:lnTo>
                <a:lnTo>
                  <a:pt x="1842860" y="389000"/>
                </a:lnTo>
                <a:lnTo>
                  <a:pt x="1842860" y="0"/>
                </a:lnTo>
                <a:close/>
              </a:path>
              <a:path w="1843404" h="683895">
                <a:moveTo>
                  <a:pt x="1842860" y="389000"/>
                </a:moveTo>
                <a:lnTo>
                  <a:pt x="1327240" y="389000"/>
                </a:lnTo>
                <a:lnTo>
                  <a:pt x="1383543" y="389299"/>
                </a:lnTo>
                <a:lnTo>
                  <a:pt x="1436472" y="395658"/>
                </a:lnTo>
                <a:lnTo>
                  <a:pt x="1486364" y="406556"/>
                </a:lnTo>
                <a:lnTo>
                  <a:pt x="1533555" y="420470"/>
                </a:lnTo>
                <a:lnTo>
                  <a:pt x="1578383" y="435879"/>
                </a:lnTo>
                <a:lnTo>
                  <a:pt x="1621183" y="451262"/>
                </a:lnTo>
                <a:lnTo>
                  <a:pt x="1662293" y="465096"/>
                </a:lnTo>
                <a:lnTo>
                  <a:pt x="1702051" y="475860"/>
                </a:lnTo>
                <a:lnTo>
                  <a:pt x="1740791" y="482033"/>
                </a:lnTo>
                <a:lnTo>
                  <a:pt x="1778852" y="482091"/>
                </a:lnTo>
                <a:lnTo>
                  <a:pt x="1797785" y="479391"/>
                </a:lnTo>
                <a:lnTo>
                  <a:pt x="1816682" y="474583"/>
                </a:lnTo>
                <a:lnTo>
                  <a:pt x="1835556" y="467465"/>
                </a:lnTo>
                <a:lnTo>
                  <a:pt x="1842860" y="463735"/>
                </a:lnTo>
                <a:lnTo>
                  <a:pt x="1842860" y="389000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34228" y="207263"/>
            <a:ext cx="164592" cy="164591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51064" y="1024127"/>
            <a:ext cx="97535" cy="9906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80931" y="1940051"/>
            <a:ext cx="163068" cy="163068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25923" y="140207"/>
            <a:ext cx="97536" cy="990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74063" y="1712163"/>
            <a:ext cx="5595873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A45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202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A45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94460" cy="4099560"/>
          </a:xfrm>
          <a:custGeom>
            <a:avLst/>
            <a:gdLst/>
            <a:ahLst/>
            <a:cxnLst/>
            <a:rect l="l" t="t" r="r" b="b"/>
            <a:pathLst>
              <a:path w="1394460" h="4099560">
                <a:moveTo>
                  <a:pt x="1358040" y="0"/>
                </a:moveTo>
                <a:lnTo>
                  <a:pt x="0" y="0"/>
                </a:lnTo>
                <a:lnTo>
                  <a:pt x="0" y="4099482"/>
                </a:lnTo>
                <a:lnTo>
                  <a:pt x="58395" y="4049038"/>
                </a:lnTo>
                <a:lnTo>
                  <a:pt x="90880" y="4016121"/>
                </a:lnTo>
                <a:lnTo>
                  <a:pt x="120560" y="3982247"/>
                </a:lnTo>
                <a:lnTo>
                  <a:pt x="147543" y="3947441"/>
                </a:lnTo>
                <a:lnTo>
                  <a:pt x="171936" y="3911730"/>
                </a:lnTo>
                <a:lnTo>
                  <a:pt x="193847" y="3875139"/>
                </a:lnTo>
                <a:lnTo>
                  <a:pt x="213386" y="3837694"/>
                </a:lnTo>
                <a:lnTo>
                  <a:pt x="230658" y="3799421"/>
                </a:lnTo>
                <a:lnTo>
                  <a:pt x="245773" y="3760345"/>
                </a:lnTo>
                <a:lnTo>
                  <a:pt x="258839" y="3720493"/>
                </a:lnTo>
                <a:lnTo>
                  <a:pt x="269963" y="3679889"/>
                </a:lnTo>
                <a:lnTo>
                  <a:pt x="279253" y="3638560"/>
                </a:lnTo>
                <a:lnTo>
                  <a:pt x="286818" y="3596532"/>
                </a:lnTo>
                <a:lnTo>
                  <a:pt x="292766" y="3553830"/>
                </a:lnTo>
                <a:lnTo>
                  <a:pt x="297203" y="3510481"/>
                </a:lnTo>
                <a:lnTo>
                  <a:pt x="300239" y="3466509"/>
                </a:lnTo>
                <a:lnTo>
                  <a:pt x="301982" y="3421941"/>
                </a:lnTo>
                <a:lnTo>
                  <a:pt x="302539" y="3376803"/>
                </a:lnTo>
                <a:lnTo>
                  <a:pt x="301965" y="3328801"/>
                </a:lnTo>
                <a:lnTo>
                  <a:pt x="300328" y="3280229"/>
                </a:lnTo>
                <a:lnTo>
                  <a:pt x="297753" y="3231115"/>
                </a:lnTo>
                <a:lnTo>
                  <a:pt x="294364" y="3181489"/>
                </a:lnTo>
                <a:lnTo>
                  <a:pt x="290288" y="3131382"/>
                </a:lnTo>
                <a:lnTo>
                  <a:pt x="285648" y="3080823"/>
                </a:lnTo>
                <a:lnTo>
                  <a:pt x="280570" y="3029842"/>
                </a:lnTo>
                <a:lnTo>
                  <a:pt x="275180" y="2978470"/>
                </a:lnTo>
                <a:lnTo>
                  <a:pt x="269602" y="2926736"/>
                </a:lnTo>
                <a:lnTo>
                  <a:pt x="263961" y="2874671"/>
                </a:lnTo>
                <a:lnTo>
                  <a:pt x="258383" y="2822304"/>
                </a:lnTo>
                <a:lnTo>
                  <a:pt x="252993" y="2769665"/>
                </a:lnTo>
                <a:lnTo>
                  <a:pt x="247915" y="2716785"/>
                </a:lnTo>
                <a:lnTo>
                  <a:pt x="243276" y="2663693"/>
                </a:lnTo>
                <a:lnTo>
                  <a:pt x="239199" y="2610419"/>
                </a:lnTo>
                <a:lnTo>
                  <a:pt x="235811" y="2556994"/>
                </a:lnTo>
                <a:lnTo>
                  <a:pt x="233235" y="2503447"/>
                </a:lnTo>
                <a:lnTo>
                  <a:pt x="231598" y="2449809"/>
                </a:lnTo>
                <a:lnTo>
                  <a:pt x="231025" y="2396109"/>
                </a:lnTo>
                <a:lnTo>
                  <a:pt x="231529" y="2347380"/>
                </a:lnTo>
                <a:lnTo>
                  <a:pt x="233102" y="2298650"/>
                </a:lnTo>
                <a:lnTo>
                  <a:pt x="235837" y="2249941"/>
                </a:lnTo>
                <a:lnTo>
                  <a:pt x="239828" y="2201275"/>
                </a:lnTo>
                <a:lnTo>
                  <a:pt x="245167" y="2152674"/>
                </a:lnTo>
                <a:lnTo>
                  <a:pt x="251947" y="2104161"/>
                </a:lnTo>
                <a:lnTo>
                  <a:pt x="260262" y="2055759"/>
                </a:lnTo>
                <a:lnTo>
                  <a:pt x="270204" y="2007489"/>
                </a:lnTo>
                <a:lnTo>
                  <a:pt x="281367" y="1962201"/>
                </a:lnTo>
                <a:lnTo>
                  <a:pt x="293993" y="1920060"/>
                </a:lnTo>
                <a:lnTo>
                  <a:pt x="308030" y="1880871"/>
                </a:lnTo>
                <a:lnTo>
                  <a:pt x="323425" y="1844441"/>
                </a:lnTo>
                <a:lnTo>
                  <a:pt x="358077" y="1779081"/>
                </a:lnTo>
                <a:lnTo>
                  <a:pt x="397527" y="1722432"/>
                </a:lnTo>
                <a:lnTo>
                  <a:pt x="441353" y="1672943"/>
                </a:lnTo>
                <a:lnTo>
                  <a:pt x="489135" y="1629065"/>
                </a:lnTo>
                <a:lnTo>
                  <a:pt x="540449" y="1589250"/>
                </a:lnTo>
                <a:lnTo>
                  <a:pt x="594874" y="1551946"/>
                </a:lnTo>
                <a:lnTo>
                  <a:pt x="741777" y="1459510"/>
                </a:lnTo>
                <a:lnTo>
                  <a:pt x="772594" y="1439615"/>
                </a:lnTo>
                <a:lnTo>
                  <a:pt x="835243" y="1396866"/>
                </a:lnTo>
                <a:lnTo>
                  <a:pt x="866970" y="1373625"/>
                </a:lnTo>
                <a:lnTo>
                  <a:pt x="898894" y="1348881"/>
                </a:lnTo>
                <a:lnTo>
                  <a:pt x="930963" y="1322442"/>
                </a:lnTo>
                <a:lnTo>
                  <a:pt x="963124" y="1294112"/>
                </a:lnTo>
                <a:lnTo>
                  <a:pt x="995324" y="1263699"/>
                </a:lnTo>
                <a:lnTo>
                  <a:pt x="1027511" y="1231009"/>
                </a:lnTo>
                <a:lnTo>
                  <a:pt x="1059632" y="1195848"/>
                </a:lnTo>
                <a:lnTo>
                  <a:pt x="1091634" y="1158022"/>
                </a:lnTo>
                <a:lnTo>
                  <a:pt x="1123464" y="1117339"/>
                </a:lnTo>
                <a:lnTo>
                  <a:pt x="1155070" y="1073603"/>
                </a:lnTo>
                <a:lnTo>
                  <a:pt x="1186399" y="1026621"/>
                </a:lnTo>
                <a:lnTo>
                  <a:pt x="1217399" y="976200"/>
                </a:lnTo>
                <a:lnTo>
                  <a:pt x="1248016" y="922147"/>
                </a:lnTo>
                <a:lnTo>
                  <a:pt x="1273577" y="872345"/>
                </a:lnTo>
                <a:lnTo>
                  <a:pt x="1296350" y="822363"/>
                </a:lnTo>
                <a:lnTo>
                  <a:pt x="1316444" y="772269"/>
                </a:lnTo>
                <a:lnTo>
                  <a:pt x="1333966" y="722131"/>
                </a:lnTo>
                <a:lnTo>
                  <a:pt x="1349023" y="672018"/>
                </a:lnTo>
                <a:lnTo>
                  <a:pt x="1361723" y="621998"/>
                </a:lnTo>
                <a:lnTo>
                  <a:pt x="1372174" y="572139"/>
                </a:lnTo>
                <a:lnTo>
                  <a:pt x="1380484" y="522510"/>
                </a:lnTo>
                <a:lnTo>
                  <a:pt x="1386760" y="473180"/>
                </a:lnTo>
                <a:lnTo>
                  <a:pt x="1391109" y="424215"/>
                </a:lnTo>
                <a:lnTo>
                  <a:pt x="1393640" y="375686"/>
                </a:lnTo>
                <a:lnTo>
                  <a:pt x="1394459" y="327660"/>
                </a:lnTo>
                <a:lnTo>
                  <a:pt x="1358040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0" y="3419140"/>
            <a:ext cx="3120390" cy="1724660"/>
          </a:xfrm>
          <a:custGeom>
            <a:avLst/>
            <a:gdLst/>
            <a:ahLst/>
            <a:cxnLst/>
            <a:rect l="l" t="t" r="r" b="b"/>
            <a:pathLst>
              <a:path w="3120390" h="1724660">
                <a:moveTo>
                  <a:pt x="0" y="0"/>
                </a:moveTo>
                <a:lnTo>
                  <a:pt x="0" y="1724359"/>
                </a:lnTo>
                <a:lnTo>
                  <a:pt x="3120323" y="1724359"/>
                </a:lnTo>
                <a:lnTo>
                  <a:pt x="3101067" y="1714945"/>
                </a:lnTo>
                <a:lnTo>
                  <a:pt x="3056553" y="1690264"/>
                </a:lnTo>
                <a:lnTo>
                  <a:pt x="3013608" y="1663468"/>
                </a:lnTo>
                <a:lnTo>
                  <a:pt x="2972328" y="1634640"/>
                </a:lnTo>
                <a:lnTo>
                  <a:pt x="2932805" y="1603862"/>
                </a:lnTo>
                <a:lnTo>
                  <a:pt x="2895133" y="1571214"/>
                </a:lnTo>
                <a:lnTo>
                  <a:pt x="2859405" y="1536780"/>
                </a:lnTo>
                <a:lnTo>
                  <a:pt x="2815759" y="1486798"/>
                </a:lnTo>
                <a:lnTo>
                  <a:pt x="2772025" y="1425721"/>
                </a:lnTo>
                <a:lnTo>
                  <a:pt x="2749843" y="1391775"/>
                </a:lnTo>
                <a:lnTo>
                  <a:pt x="2727299" y="1355959"/>
                </a:lnTo>
                <a:lnTo>
                  <a:pt x="2704282" y="1318574"/>
                </a:lnTo>
                <a:lnTo>
                  <a:pt x="2656372" y="1240304"/>
                </a:lnTo>
                <a:lnTo>
                  <a:pt x="2631254" y="1200020"/>
                </a:lnTo>
                <a:lnTo>
                  <a:pt x="2605209" y="1159374"/>
                </a:lnTo>
                <a:lnTo>
                  <a:pt x="2582878" y="1125808"/>
                </a:lnTo>
                <a:lnTo>
                  <a:pt x="1052703" y="1125808"/>
                </a:lnTo>
                <a:lnTo>
                  <a:pt x="1007340" y="1123078"/>
                </a:lnTo>
                <a:lnTo>
                  <a:pt x="962493" y="1114886"/>
                </a:lnTo>
                <a:lnTo>
                  <a:pt x="918777" y="1101226"/>
                </a:lnTo>
                <a:lnTo>
                  <a:pt x="876808" y="1082094"/>
                </a:lnTo>
                <a:lnTo>
                  <a:pt x="836451" y="1056148"/>
                </a:lnTo>
                <a:lnTo>
                  <a:pt x="801243" y="1026358"/>
                </a:lnTo>
                <a:lnTo>
                  <a:pt x="770652" y="993118"/>
                </a:lnTo>
                <a:lnTo>
                  <a:pt x="744145" y="956823"/>
                </a:lnTo>
                <a:lnTo>
                  <a:pt x="721192" y="917865"/>
                </a:lnTo>
                <a:lnTo>
                  <a:pt x="701259" y="876639"/>
                </a:lnTo>
                <a:lnTo>
                  <a:pt x="683815" y="833538"/>
                </a:lnTo>
                <a:lnTo>
                  <a:pt x="668328" y="788957"/>
                </a:lnTo>
                <a:lnTo>
                  <a:pt x="654264" y="743288"/>
                </a:lnTo>
                <a:lnTo>
                  <a:pt x="641094" y="696926"/>
                </a:lnTo>
                <a:lnTo>
                  <a:pt x="628283" y="650264"/>
                </a:lnTo>
                <a:lnTo>
                  <a:pt x="615300" y="603696"/>
                </a:lnTo>
                <a:lnTo>
                  <a:pt x="601614" y="557616"/>
                </a:lnTo>
                <a:lnTo>
                  <a:pt x="586692" y="512417"/>
                </a:lnTo>
                <a:lnTo>
                  <a:pt x="570001" y="468494"/>
                </a:lnTo>
                <a:lnTo>
                  <a:pt x="549614" y="424779"/>
                </a:lnTo>
                <a:lnTo>
                  <a:pt x="526541" y="382599"/>
                </a:lnTo>
                <a:lnTo>
                  <a:pt x="500890" y="342029"/>
                </a:lnTo>
                <a:lnTo>
                  <a:pt x="472770" y="303143"/>
                </a:lnTo>
                <a:lnTo>
                  <a:pt x="442288" y="266018"/>
                </a:lnTo>
                <a:lnTo>
                  <a:pt x="409554" y="230728"/>
                </a:lnTo>
                <a:lnTo>
                  <a:pt x="374675" y="197349"/>
                </a:lnTo>
                <a:lnTo>
                  <a:pt x="337760" y="165956"/>
                </a:lnTo>
                <a:lnTo>
                  <a:pt x="298917" y="136625"/>
                </a:lnTo>
                <a:lnTo>
                  <a:pt x="258254" y="109431"/>
                </a:lnTo>
                <a:lnTo>
                  <a:pt x="215880" y="84450"/>
                </a:lnTo>
                <a:lnTo>
                  <a:pt x="171903" y="61756"/>
                </a:lnTo>
                <a:lnTo>
                  <a:pt x="126432" y="41425"/>
                </a:lnTo>
                <a:lnTo>
                  <a:pt x="79574" y="23533"/>
                </a:lnTo>
                <a:lnTo>
                  <a:pt x="31438" y="8154"/>
                </a:lnTo>
                <a:lnTo>
                  <a:pt x="0" y="0"/>
                </a:lnTo>
                <a:close/>
              </a:path>
              <a:path w="3120390" h="1724660">
                <a:moveTo>
                  <a:pt x="1957451" y="706149"/>
                </a:moveTo>
                <a:lnTo>
                  <a:pt x="1901312" y="709153"/>
                </a:lnTo>
                <a:lnTo>
                  <a:pt x="1846134" y="717734"/>
                </a:lnTo>
                <a:lnTo>
                  <a:pt x="1792070" y="731246"/>
                </a:lnTo>
                <a:lnTo>
                  <a:pt x="1739273" y="749043"/>
                </a:lnTo>
                <a:lnTo>
                  <a:pt x="1687897" y="770479"/>
                </a:lnTo>
                <a:lnTo>
                  <a:pt x="1638095" y="794908"/>
                </a:lnTo>
                <a:lnTo>
                  <a:pt x="1590021" y="821682"/>
                </a:lnTo>
                <a:lnTo>
                  <a:pt x="1543828" y="850157"/>
                </a:lnTo>
                <a:lnTo>
                  <a:pt x="1499670" y="879687"/>
                </a:lnTo>
                <a:lnTo>
                  <a:pt x="1457700" y="909624"/>
                </a:lnTo>
                <a:lnTo>
                  <a:pt x="1418071" y="939323"/>
                </a:lnTo>
                <a:lnTo>
                  <a:pt x="1380938" y="968137"/>
                </a:lnTo>
                <a:lnTo>
                  <a:pt x="1314771" y="1020528"/>
                </a:lnTo>
                <a:lnTo>
                  <a:pt x="1286044" y="1042813"/>
                </a:lnTo>
                <a:lnTo>
                  <a:pt x="1238072" y="1076328"/>
                </a:lnTo>
                <a:lnTo>
                  <a:pt x="1194436" y="1097936"/>
                </a:lnTo>
                <a:lnTo>
                  <a:pt x="1148516" y="1113403"/>
                </a:lnTo>
                <a:lnTo>
                  <a:pt x="1101031" y="1122702"/>
                </a:lnTo>
                <a:lnTo>
                  <a:pt x="1052703" y="1125808"/>
                </a:lnTo>
                <a:lnTo>
                  <a:pt x="2582878" y="1125808"/>
                </a:lnTo>
                <a:lnTo>
                  <a:pt x="2549890" y="1078195"/>
                </a:lnTo>
                <a:lnTo>
                  <a:pt x="2520388" y="1038266"/>
                </a:lnTo>
                <a:lnTo>
                  <a:pt x="2489509" y="999178"/>
                </a:lnTo>
                <a:lnTo>
                  <a:pt x="2457138" y="961234"/>
                </a:lnTo>
                <a:lnTo>
                  <a:pt x="2423163" y="924733"/>
                </a:lnTo>
                <a:lnTo>
                  <a:pt x="2387470" y="889979"/>
                </a:lnTo>
                <a:lnTo>
                  <a:pt x="2349947" y="857271"/>
                </a:lnTo>
                <a:lnTo>
                  <a:pt x="2310480" y="826911"/>
                </a:lnTo>
                <a:lnTo>
                  <a:pt x="2268957" y="799201"/>
                </a:lnTo>
                <a:lnTo>
                  <a:pt x="2225264" y="774441"/>
                </a:lnTo>
                <a:lnTo>
                  <a:pt x="2179289" y="752934"/>
                </a:lnTo>
                <a:lnTo>
                  <a:pt x="2130919" y="734980"/>
                </a:lnTo>
                <a:lnTo>
                  <a:pt x="2080039" y="720880"/>
                </a:lnTo>
                <a:lnTo>
                  <a:pt x="2026539" y="710937"/>
                </a:lnTo>
                <a:lnTo>
                  <a:pt x="1974568" y="706443"/>
                </a:lnTo>
                <a:lnTo>
                  <a:pt x="1957451" y="706149"/>
                </a:lnTo>
                <a:close/>
              </a:path>
            </a:pathLst>
          </a:custGeom>
          <a:solidFill>
            <a:srgbClr val="9DCED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0" y="4426510"/>
            <a:ext cx="1869439" cy="717550"/>
          </a:xfrm>
          <a:custGeom>
            <a:avLst/>
            <a:gdLst/>
            <a:ahLst/>
            <a:cxnLst/>
            <a:rect l="l" t="t" r="r" b="b"/>
            <a:pathLst>
              <a:path w="1869439" h="717550">
                <a:moveTo>
                  <a:pt x="67063" y="204036"/>
                </a:moveTo>
                <a:lnTo>
                  <a:pt x="47897" y="206801"/>
                </a:lnTo>
                <a:lnTo>
                  <a:pt x="28774" y="211696"/>
                </a:lnTo>
                <a:lnTo>
                  <a:pt x="9657" y="218908"/>
                </a:lnTo>
                <a:lnTo>
                  <a:pt x="0" y="223807"/>
                </a:lnTo>
                <a:lnTo>
                  <a:pt x="0" y="716988"/>
                </a:lnTo>
                <a:lnTo>
                  <a:pt x="1826686" y="716987"/>
                </a:lnTo>
                <a:lnTo>
                  <a:pt x="1847739" y="655903"/>
                </a:lnTo>
                <a:lnTo>
                  <a:pt x="1858916" y="607955"/>
                </a:lnTo>
                <a:lnTo>
                  <a:pt x="1866039" y="560710"/>
                </a:lnTo>
                <a:lnTo>
                  <a:pt x="1869323" y="514950"/>
                </a:lnTo>
                <a:lnTo>
                  <a:pt x="1868988" y="471456"/>
                </a:lnTo>
                <a:lnTo>
                  <a:pt x="1865249" y="431011"/>
                </a:lnTo>
                <a:lnTo>
                  <a:pt x="1855617" y="383317"/>
                </a:lnTo>
                <a:lnTo>
                  <a:pt x="1840669" y="336680"/>
                </a:lnTo>
                <a:lnTo>
                  <a:pt x="1823864" y="298397"/>
                </a:lnTo>
                <a:lnTo>
                  <a:pt x="524662" y="298397"/>
                </a:lnTo>
                <a:lnTo>
                  <a:pt x="467599" y="298083"/>
                </a:lnTo>
                <a:lnTo>
                  <a:pt x="413964" y="291635"/>
                </a:lnTo>
                <a:lnTo>
                  <a:pt x="363413" y="280595"/>
                </a:lnTo>
                <a:lnTo>
                  <a:pt x="315603" y="266501"/>
                </a:lnTo>
                <a:lnTo>
                  <a:pt x="270190" y="250893"/>
                </a:lnTo>
                <a:lnTo>
                  <a:pt x="226831" y="235311"/>
                </a:lnTo>
                <a:lnTo>
                  <a:pt x="185182" y="221294"/>
                </a:lnTo>
                <a:lnTo>
                  <a:pt x="144900" y="210383"/>
                </a:lnTo>
                <a:lnTo>
                  <a:pt x="105642" y="204117"/>
                </a:lnTo>
                <a:lnTo>
                  <a:pt x="67063" y="204036"/>
                </a:lnTo>
                <a:close/>
              </a:path>
              <a:path w="1869439" h="717550">
                <a:moveTo>
                  <a:pt x="1371473" y="0"/>
                </a:moveTo>
                <a:lnTo>
                  <a:pt x="1298829" y="2525"/>
                </a:lnTo>
                <a:lnTo>
                  <a:pt x="1245778" y="9643"/>
                </a:lnTo>
                <a:lnTo>
                  <a:pt x="1194890" y="20684"/>
                </a:lnTo>
                <a:lnTo>
                  <a:pt x="1145941" y="35119"/>
                </a:lnTo>
                <a:lnTo>
                  <a:pt x="1098710" y="52419"/>
                </a:lnTo>
                <a:lnTo>
                  <a:pt x="1052974" y="72055"/>
                </a:lnTo>
                <a:lnTo>
                  <a:pt x="1008510" y="93497"/>
                </a:lnTo>
                <a:lnTo>
                  <a:pt x="965097" y="116217"/>
                </a:lnTo>
                <a:lnTo>
                  <a:pt x="922513" y="139685"/>
                </a:lnTo>
                <a:lnTo>
                  <a:pt x="838939" y="186750"/>
                </a:lnTo>
                <a:lnTo>
                  <a:pt x="797506" y="209288"/>
                </a:lnTo>
                <a:lnTo>
                  <a:pt x="756012" y="230458"/>
                </a:lnTo>
                <a:lnTo>
                  <a:pt x="714235" y="249731"/>
                </a:lnTo>
                <a:lnTo>
                  <a:pt x="671952" y="266578"/>
                </a:lnTo>
                <a:lnTo>
                  <a:pt x="628942" y="280468"/>
                </a:lnTo>
                <a:lnTo>
                  <a:pt x="584983" y="290875"/>
                </a:lnTo>
                <a:lnTo>
                  <a:pt x="539851" y="297267"/>
                </a:lnTo>
                <a:lnTo>
                  <a:pt x="524662" y="298397"/>
                </a:lnTo>
                <a:lnTo>
                  <a:pt x="1823864" y="298397"/>
                </a:lnTo>
                <a:lnTo>
                  <a:pt x="1796545" y="248156"/>
                </a:lnTo>
                <a:lnTo>
                  <a:pt x="1768234" y="207056"/>
                </a:lnTo>
                <a:lnTo>
                  <a:pt x="1736330" y="168590"/>
                </a:lnTo>
                <a:lnTo>
                  <a:pt x="1701267" y="133151"/>
                </a:lnTo>
                <a:lnTo>
                  <a:pt x="1663475" y="101135"/>
                </a:lnTo>
                <a:lnTo>
                  <a:pt x="1623386" y="72934"/>
                </a:lnTo>
                <a:lnTo>
                  <a:pt x="1581432" y="48943"/>
                </a:lnTo>
                <a:lnTo>
                  <a:pt x="1538043" y="29556"/>
                </a:lnTo>
                <a:lnTo>
                  <a:pt x="1493651" y="15167"/>
                </a:lnTo>
                <a:lnTo>
                  <a:pt x="1448689" y="6170"/>
                </a:lnTo>
                <a:lnTo>
                  <a:pt x="1409485" y="1927"/>
                </a:lnTo>
                <a:lnTo>
                  <a:pt x="1371473" y="0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82696" y="4768596"/>
            <a:ext cx="163067" cy="16459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6591" y="4210811"/>
            <a:ext cx="99060" cy="975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4" y="2907792"/>
            <a:ext cx="164592" cy="16459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56532" y="4901184"/>
            <a:ext cx="99059" cy="9905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59052" y="3910584"/>
            <a:ext cx="99059" cy="9905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7662671" y="1089188"/>
            <a:ext cx="1481455" cy="4054475"/>
          </a:xfrm>
          <a:custGeom>
            <a:avLst/>
            <a:gdLst/>
            <a:ahLst/>
            <a:cxnLst/>
            <a:rect l="l" t="t" r="r" b="b"/>
            <a:pathLst>
              <a:path w="1481454" h="4054475">
                <a:moveTo>
                  <a:pt x="1481327" y="0"/>
                </a:moveTo>
                <a:lnTo>
                  <a:pt x="1409914" y="49126"/>
                </a:lnTo>
                <a:lnTo>
                  <a:pt x="1371494" y="80060"/>
                </a:lnTo>
                <a:lnTo>
                  <a:pt x="1336095" y="112003"/>
                </a:lnTo>
                <a:lnTo>
                  <a:pt x="1303610" y="144930"/>
                </a:lnTo>
                <a:lnTo>
                  <a:pt x="1273929" y="178816"/>
                </a:lnTo>
                <a:lnTo>
                  <a:pt x="1246947" y="213633"/>
                </a:lnTo>
                <a:lnTo>
                  <a:pt x="1222553" y="249358"/>
                </a:lnTo>
                <a:lnTo>
                  <a:pt x="1200641" y="285963"/>
                </a:lnTo>
                <a:lnTo>
                  <a:pt x="1181103" y="323424"/>
                </a:lnTo>
                <a:lnTo>
                  <a:pt x="1163830" y="361714"/>
                </a:lnTo>
                <a:lnTo>
                  <a:pt x="1148714" y="400808"/>
                </a:lnTo>
                <a:lnTo>
                  <a:pt x="1135648" y="440679"/>
                </a:lnTo>
                <a:lnTo>
                  <a:pt x="1124523" y="481303"/>
                </a:lnTo>
                <a:lnTo>
                  <a:pt x="1115232" y="522653"/>
                </a:lnTo>
                <a:lnTo>
                  <a:pt x="1107667" y="564705"/>
                </a:lnTo>
                <a:lnTo>
                  <a:pt x="1101719" y="607430"/>
                </a:lnTo>
                <a:lnTo>
                  <a:pt x="1097281" y="650806"/>
                </a:lnTo>
                <a:lnTo>
                  <a:pt x="1094245" y="694804"/>
                </a:lnTo>
                <a:lnTo>
                  <a:pt x="1092502" y="739401"/>
                </a:lnTo>
                <a:lnTo>
                  <a:pt x="1091946" y="784569"/>
                </a:lnTo>
                <a:lnTo>
                  <a:pt x="1092519" y="832570"/>
                </a:lnTo>
                <a:lnTo>
                  <a:pt x="1094155" y="881143"/>
                </a:lnTo>
                <a:lnTo>
                  <a:pt x="1096730" y="930258"/>
                </a:lnTo>
                <a:lnTo>
                  <a:pt x="1100118" y="979885"/>
                </a:lnTo>
                <a:lnTo>
                  <a:pt x="1104194" y="1029994"/>
                </a:lnTo>
                <a:lnTo>
                  <a:pt x="1108833" y="1080557"/>
                </a:lnTo>
                <a:lnTo>
                  <a:pt x="1113910" y="1131542"/>
                </a:lnTo>
                <a:lnTo>
                  <a:pt x="1119299" y="1182920"/>
                </a:lnTo>
                <a:lnTo>
                  <a:pt x="1124876" y="1234662"/>
                </a:lnTo>
                <a:lnTo>
                  <a:pt x="1130516" y="1286738"/>
                </a:lnTo>
                <a:lnTo>
                  <a:pt x="1136093" y="1339117"/>
                </a:lnTo>
                <a:lnTo>
                  <a:pt x="1141482" y="1391770"/>
                </a:lnTo>
                <a:lnTo>
                  <a:pt x="1146559" y="1444668"/>
                </a:lnTo>
                <a:lnTo>
                  <a:pt x="1151198" y="1497780"/>
                </a:lnTo>
                <a:lnTo>
                  <a:pt x="1155274" y="1551077"/>
                </a:lnTo>
                <a:lnTo>
                  <a:pt x="1158662" y="1604529"/>
                </a:lnTo>
                <a:lnTo>
                  <a:pt x="1161237" y="1658106"/>
                </a:lnTo>
                <a:lnTo>
                  <a:pt x="1162873" y="1711779"/>
                </a:lnTo>
                <a:lnTo>
                  <a:pt x="1163447" y="1765517"/>
                </a:lnTo>
                <a:lnTo>
                  <a:pt x="1162943" y="1814246"/>
                </a:lnTo>
                <a:lnTo>
                  <a:pt x="1161369" y="1862978"/>
                </a:lnTo>
                <a:lnTo>
                  <a:pt x="1158631" y="1911691"/>
                </a:lnTo>
                <a:lnTo>
                  <a:pt x="1154636" y="1960367"/>
                </a:lnTo>
                <a:lnTo>
                  <a:pt x="1149289" y="2008982"/>
                </a:lnTo>
                <a:lnTo>
                  <a:pt x="1142497" y="2057518"/>
                </a:lnTo>
                <a:lnTo>
                  <a:pt x="1134167" y="2105952"/>
                </a:lnTo>
                <a:lnTo>
                  <a:pt x="1124203" y="2154264"/>
                </a:lnTo>
                <a:lnTo>
                  <a:pt x="1113044" y="2199561"/>
                </a:lnTo>
                <a:lnTo>
                  <a:pt x="1100420" y="2241711"/>
                </a:lnTo>
                <a:lnTo>
                  <a:pt x="1086386" y="2280908"/>
                </a:lnTo>
                <a:lnTo>
                  <a:pt x="1070994" y="2317345"/>
                </a:lnTo>
                <a:lnTo>
                  <a:pt x="1036347" y="2382716"/>
                </a:lnTo>
                <a:lnTo>
                  <a:pt x="996901" y="2439374"/>
                </a:lnTo>
                <a:lnTo>
                  <a:pt x="953078" y="2488870"/>
                </a:lnTo>
                <a:lnTo>
                  <a:pt x="905300" y="2532754"/>
                </a:lnTo>
                <a:lnTo>
                  <a:pt x="853988" y="2572575"/>
                </a:lnTo>
                <a:lnTo>
                  <a:pt x="799565" y="2609884"/>
                </a:lnTo>
                <a:lnTo>
                  <a:pt x="652666" y="2702338"/>
                </a:lnTo>
                <a:lnTo>
                  <a:pt x="621849" y="2722239"/>
                </a:lnTo>
                <a:lnTo>
                  <a:pt x="559201" y="2765001"/>
                </a:lnTo>
                <a:lnTo>
                  <a:pt x="527475" y="2788249"/>
                </a:lnTo>
                <a:lnTo>
                  <a:pt x="495551" y="2813001"/>
                </a:lnTo>
                <a:lnTo>
                  <a:pt x="463483" y="2839450"/>
                </a:lnTo>
                <a:lnTo>
                  <a:pt x="431322" y="2867789"/>
                </a:lnTo>
                <a:lnTo>
                  <a:pt x="399122" y="2898214"/>
                </a:lnTo>
                <a:lnTo>
                  <a:pt x="366935" y="2930917"/>
                </a:lnTo>
                <a:lnTo>
                  <a:pt x="334814" y="2966092"/>
                </a:lnTo>
                <a:lnTo>
                  <a:pt x="302812" y="3003933"/>
                </a:lnTo>
                <a:lnTo>
                  <a:pt x="270982" y="3044634"/>
                </a:lnTo>
                <a:lnTo>
                  <a:pt x="239376" y="3088389"/>
                </a:lnTo>
                <a:lnTo>
                  <a:pt x="208047" y="3135390"/>
                </a:lnTo>
                <a:lnTo>
                  <a:pt x="177047" y="3185833"/>
                </a:lnTo>
                <a:lnTo>
                  <a:pt x="146430" y="3239911"/>
                </a:lnTo>
                <a:lnTo>
                  <a:pt x="120872" y="3289740"/>
                </a:lnTo>
                <a:lnTo>
                  <a:pt x="98101" y="3339746"/>
                </a:lnTo>
                <a:lnTo>
                  <a:pt x="78009" y="3389862"/>
                </a:lnTo>
                <a:lnTo>
                  <a:pt x="60489" y="3440019"/>
                </a:lnTo>
                <a:lnTo>
                  <a:pt x="45433" y="3490148"/>
                </a:lnTo>
                <a:lnTo>
                  <a:pt x="32734" y="3540182"/>
                </a:lnTo>
                <a:lnTo>
                  <a:pt x="22283" y="3590051"/>
                </a:lnTo>
                <a:lnTo>
                  <a:pt x="13974" y="3639687"/>
                </a:lnTo>
                <a:lnTo>
                  <a:pt x="7699" y="3689022"/>
                </a:lnTo>
                <a:lnTo>
                  <a:pt x="3350" y="3737988"/>
                </a:lnTo>
                <a:lnTo>
                  <a:pt x="819" y="3786516"/>
                </a:lnTo>
                <a:lnTo>
                  <a:pt x="0" y="3834537"/>
                </a:lnTo>
                <a:lnTo>
                  <a:pt x="24414" y="4054311"/>
                </a:lnTo>
                <a:lnTo>
                  <a:pt x="1481327" y="4054311"/>
                </a:lnTo>
                <a:lnTo>
                  <a:pt x="148132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g object 25"/>
          <p:cNvSpPr/>
          <p:nvPr/>
        </p:nvSpPr>
        <p:spPr>
          <a:xfrm>
            <a:off x="6109707" y="0"/>
            <a:ext cx="3034665" cy="1677035"/>
          </a:xfrm>
          <a:custGeom>
            <a:avLst/>
            <a:gdLst/>
            <a:ahLst/>
            <a:cxnLst/>
            <a:rect l="l" t="t" r="r" b="b"/>
            <a:pathLst>
              <a:path w="3034665" h="1677035">
                <a:moveTo>
                  <a:pt x="3034292" y="567054"/>
                </a:moveTo>
                <a:lnTo>
                  <a:pt x="1997591" y="567054"/>
                </a:lnTo>
                <a:lnTo>
                  <a:pt x="2042327" y="569745"/>
                </a:lnTo>
                <a:lnTo>
                  <a:pt x="2086586" y="577818"/>
                </a:lnTo>
                <a:lnTo>
                  <a:pt x="2129750" y="591272"/>
                </a:lnTo>
                <a:lnTo>
                  <a:pt x="2171200" y="610108"/>
                </a:lnTo>
                <a:lnTo>
                  <a:pt x="2211054" y="635704"/>
                </a:lnTo>
                <a:lnTo>
                  <a:pt x="2245824" y="665090"/>
                </a:lnTo>
                <a:lnTo>
                  <a:pt x="2276037" y="697880"/>
                </a:lnTo>
                <a:lnTo>
                  <a:pt x="2302217" y="733683"/>
                </a:lnTo>
                <a:lnTo>
                  <a:pt x="2324889" y="772112"/>
                </a:lnTo>
                <a:lnTo>
                  <a:pt x="2344578" y="812779"/>
                </a:lnTo>
                <a:lnTo>
                  <a:pt x="2361811" y="855295"/>
                </a:lnTo>
                <a:lnTo>
                  <a:pt x="2377111" y="899272"/>
                </a:lnTo>
                <a:lnTo>
                  <a:pt x="2391004" y="944321"/>
                </a:lnTo>
                <a:lnTo>
                  <a:pt x="2404015" y="990054"/>
                </a:lnTo>
                <a:lnTo>
                  <a:pt x="2416669" y="1036083"/>
                </a:lnTo>
                <a:lnTo>
                  <a:pt x="2429492" y="1082019"/>
                </a:lnTo>
                <a:lnTo>
                  <a:pt x="2443008" y="1127475"/>
                </a:lnTo>
                <a:lnTo>
                  <a:pt x="2457743" y="1172061"/>
                </a:lnTo>
                <a:lnTo>
                  <a:pt x="2474222" y="1215389"/>
                </a:lnTo>
                <a:lnTo>
                  <a:pt x="2494358" y="1258495"/>
                </a:lnTo>
                <a:lnTo>
                  <a:pt x="2517147" y="1300089"/>
                </a:lnTo>
                <a:lnTo>
                  <a:pt x="2542480" y="1340096"/>
                </a:lnTo>
                <a:lnTo>
                  <a:pt x="2570251" y="1378444"/>
                </a:lnTo>
                <a:lnTo>
                  <a:pt x="2600354" y="1415056"/>
                </a:lnTo>
                <a:lnTo>
                  <a:pt x="2632680" y="1449860"/>
                </a:lnTo>
                <a:lnTo>
                  <a:pt x="2667125" y="1482779"/>
                </a:lnTo>
                <a:lnTo>
                  <a:pt x="2703580" y="1513740"/>
                </a:lnTo>
                <a:lnTo>
                  <a:pt x="2741938" y="1542668"/>
                </a:lnTo>
                <a:lnTo>
                  <a:pt x="2782093" y="1569490"/>
                </a:lnTo>
                <a:lnTo>
                  <a:pt x="2823939" y="1594129"/>
                </a:lnTo>
                <a:lnTo>
                  <a:pt x="2867367" y="1616512"/>
                </a:lnTo>
                <a:lnTo>
                  <a:pt x="2912272" y="1636564"/>
                </a:lnTo>
                <a:lnTo>
                  <a:pt x="2958545" y="1654212"/>
                </a:lnTo>
                <a:lnTo>
                  <a:pt x="3006082" y="1669379"/>
                </a:lnTo>
                <a:lnTo>
                  <a:pt x="3034292" y="1676687"/>
                </a:lnTo>
                <a:lnTo>
                  <a:pt x="3034292" y="567054"/>
                </a:lnTo>
                <a:close/>
              </a:path>
              <a:path w="3034665" h="1677035">
                <a:moveTo>
                  <a:pt x="3034292" y="0"/>
                </a:moveTo>
                <a:lnTo>
                  <a:pt x="0" y="0"/>
                </a:lnTo>
                <a:lnTo>
                  <a:pt x="18616" y="10307"/>
                </a:lnTo>
                <a:lnTo>
                  <a:pt x="61014" y="36723"/>
                </a:lnTo>
                <a:lnTo>
                  <a:pt x="101777" y="65145"/>
                </a:lnTo>
                <a:lnTo>
                  <a:pt x="140817" y="95496"/>
                </a:lnTo>
                <a:lnTo>
                  <a:pt x="178043" y="127697"/>
                </a:lnTo>
                <a:lnTo>
                  <a:pt x="213368" y="161671"/>
                </a:lnTo>
                <a:lnTo>
                  <a:pt x="256462" y="210960"/>
                </a:lnTo>
                <a:lnTo>
                  <a:pt x="299645" y="271195"/>
                </a:lnTo>
                <a:lnTo>
                  <a:pt x="321549" y="304675"/>
                </a:lnTo>
                <a:lnTo>
                  <a:pt x="343810" y="339999"/>
                </a:lnTo>
                <a:lnTo>
                  <a:pt x="413853" y="454071"/>
                </a:lnTo>
                <a:lnTo>
                  <a:pt x="438658" y="493803"/>
                </a:lnTo>
                <a:lnTo>
                  <a:pt x="464378" y="533894"/>
                </a:lnTo>
                <a:lnTo>
                  <a:pt x="491125" y="574047"/>
                </a:lnTo>
                <a:lnTo>
                  <a:pt x="519009" y="613965"/>
                </a:lnTo>
                <a:lnTo>
                  <a:pt x="548143" y="653350"/>
                </a:lnTo>
                <a:lnTo>
                  <a:pt x="578639" y="691906"/>
                </a:lnTo>
                <a:lnTo>
                  <a:pt x="610606" y="729334"/>
                </a:lnTo>
                <a:lnTo>
                  <a:pt x="644158" y="765338"/>
                </a:lnTo>
                <a:lnTo>
                  <a:pt x="679406" y="799621"/>
                </a:lnTo>
                <a:lnTo>
                  <a:pt x="716461" y="831885"/>
                </a:lnTo>
                <a:lnTo>
                  <a:pt x="755435" y="861833"/>
                </a:lnTo>
                <a:lnTo>
                  <a:pt x="796439" y="889168"/>
                </a:lnTo>
                <a:lnTo>
                  <a:pt x="839585" y="913594"/>
                </a:lnTo>
                <a:lnTo>
                  <a:pt x="884985" y="934811"/>
                </a:lnTo>
                <a:lnTo>
                  <a:pt x="932749" y="952525"/>
                </a:lnTo>
                <a:lnTo>
                  <a:pt x="982991" y="966436"/>
                </a:lnTo>
                <a:lnTo>
                  <a:pt x="1035820" y="976249"/>
                </a:lnTo>
                <a:lnTo>
                  <a:pt x="1087166" y="980660"/>
                </a:lnTo>
                <a:lnTo>
                  <a:pt x="1104146" y="980948"/>
                </a:lnTo>
                <a:lnTo>
                  <a:pt x="1159573" y="977985"/>
                </a:lnTo>
                <a:lnTo>
                  <a:pt x="1214052" y="969521"/>
                </a:lnTo>
                <a:lnTo>
                  <a:pt x="1267431" y="956194"/>
                </a:lnTo>
                <a:lnTo>
                  <a:pt x="1319560" y="938640"/>
                </a:lnTo>
                <a:lnTo>
                  <a:pt x="1370286" y="917497"/>
                </a:lnTo>
                <a:lnTo>
                  <a:pt x="1419459" y="893403"/>
                </a:lnTo>
                <a:lnTo>
                  <a:pt x="1466926" y="866994"/>
                </a:lnTo>
                <a:lnTo>
                  <a:pt x="1512535" y="838909"/>
                </a:lnTo>
                <a:lnTo>
                  <a:pt x="1556137" y="809783"/>
                </a:lnTo>
                <a:lnTo>
                  <a:pt x="1597578" y="780255"/>
                </a:lnTo>
                <a:lnTo>
                  <a:pt x="1636708" y="750962"/>
                </a:lnTo>
                <a:lnTo>
                  <a:pt x="1673374" y="722541"/>
                </a:lnTo>
                <a:lnTo>
                  <a:pt x="1738712" y="670864"/>
                </a:lnTo>
                <a:lnTo>
                  <a:pt x="1767080" y="648883"/>
                </a:lnTo>
                <a:lnTo>
                  <a:pt x="1814457" y="615823"/>
                </a:lnTo>
                <a:lnTo>
                  <a:pt x="1857556" y="594487"/>
                </a:lnTo>
                <a:lnTo>
                  <a:pt x="1902928" y="579247"/>
                </a:lnTo>
                <a:lnTo>
                  <a:pt x="1949849" y="570102"/>
                </a:lnTo>
                <a:lnTo>
                  <a:pt x="1997591" y="567054"/>
                </a:lnTo>
                <a:lnTo>
                  <a:pt x="3034292" y="567054"/>
                </a:lnTo>
                <a:lnTo>
                  <a:pt x="3034292" y="0"/>
                </a:lnTo>
                <a:close/>
              </a:path>
            </a:pathLst>
          </a:custGeom>
          <a:solidFill>
            <a:srgbClr val="9DCED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g object 26"/>
          <p:cNvSpPr/>
          <p:nvPr/>
        </p:nvSpPr>
        <p:spPr>
          <a:xfrm>
            <a:off x="7301139" y="0"/>
            <a:ext cx="1843405" cy="683895"/>
          </a:xfrm>
          <a:custGeom>
            <a:avLst/>
            <a:gdLst/>
            <a:ahLst/>
            <a:cxnLst/>
            <a:rect l="l" t="t" r="r" b="b"/>
            <a:pathLst>
              <a:path w="1843404" h="683895">
                <a:moveTo>
                  <a:pt x="1842860" y="0"/>
                </a:moveTo>
                <a:lnTo>
                  <a:pt x="32952" y="0"/>
                </a:lnTo>
                <a:lnTo>
                  <a:pt x="21284" y="36179"/>
                </a:lnTo>
                <a:lnTo>
                  <a:pt x="10259" y="83511"/>
                </a:lnTo>
                <a:lnTo>
                  <a:pt x="3236" y="130150"/>
                </a:lnTo>
                <a:lnTo>
                  <a:pt x="0" y="175323"/>
                </a:lnTo>
                <a:lnTo>
                  <a:pt x="335" y="218260"/>
                </a:lnTo>
                <a:lnTo>
                  <a:pt x="4027" y="258190"/>
                </a:lnTo>
                <a:lnTo>
                  <a:pt x="13533" y="305250"/>
                </a:lnTo>
                <a:lnTo>
                  <a:pt x="28285" y="351270"/>
                </a:lnTo>
                <a:lnTo>
                  <a:pt x="47859" y="395862"/>
                </a:lnTo>
                <a:lnTo>
                  <a:pt x="71828" y="438635"/>
                </a:lnTo>
                <a:lnTo>
                  <a:pt x="99767" y="479199"/>
                </a:lnTo>
                <a:lnTo>
                  <a:pt x="131250" y="517164"/>
                </a:lnTo>
                <a:lnTo>
                  <a:pt x="165852" y="552141"/>
                </a:lnTo>
                <a:lnTo>
                  <a:pt x="203147" y="583740"/>
                </a:lnTo>
                <a:lnTo>
                  <a:pt x="242710" y="611571"/>
                </a:lnTo>
                <a:lnTo>
                  <a:pt x="284115" y="635244"/>
                </a:lnTo>
                <a:lnTo>
                  <a:pt x="326936" y="654369"/>
                </a:lnTo>
                <a:lnTo>
                  <a:pt x="370748" y="668557"/>
                </a:lnTo>
                <a:lnTo>
                  <a:pt x="415126" y="677417"/>
                </a:lnTo>
                <a:lnTo>
                  <a:pt x="453835" y="681636"/>
                </a:lnTo>
                <a:lnTo>
                  <a:pt x="491342" y="683545"/>
                </a:lnTo>
                <a:lnTo>
                  <a:pt x="527729" y="683311"/>
                </a:lnTo>
                <a:lnTo>
                  <a:pt x="615439" y="674061"/>
                </a:lnTo>
                <a:lnTo>
                  <a:pt x="665663" y="663150"/>
                </a:lnTo>
                <a:lnTo>
                  <a:pt x="713975" y="648892"/>
                </a:lnTo>
                <a:lnTo>
                  <a:pt x="760593" y="631807"/>
                </a:lnTo>
                <a:lnTo>
                  <a:pt x="805735" y="612418"/>
                </a:lnTo>
                <a:lnTo>
                  <a:pt x="849623" y="591248"/>
                </a:lnTo>
                <a:lnTo>
                  <a:pt x="892474" y="568819"/>
                </a:lnTo>
                <a:lnTo>
                  <a:pt x="934509" y="545652"/>
                </a:lnTo>
                <a:lnTo>
                  <a:pt x="1017006" y="499196"/>
                </a:lnTo>
                <a:lnTo>
                  <a:pt x="1057906" y="476951"/>
                </a:lnTo>
                <a:lnTo>
                  <a:pt x="1098867" y="456057"/>
                </a:lnTo>
                <a:lnTo>
                  <a:pt x="1140107" y="437038"/>
                </a:lnTo>
                <a:lnTo>
                  <a:pt x="1181847" y="420415"/>
                </a:lnTo>
                <a:lnTo>
                  <a:pt x="1224305" y="406710"/>
                </a:lnTo>
                <a:lnTo>
                  <a:pt x="1267701" y="396445"/>
                </a:lnTo>
                <a:lnTo>
                  <a:pt x="1312254" y="390144"/>
                </a:lnTo>
                <a:lnTo>
                  <a:pt x="1327240" y="389000"/>
                </a:lnTo>
                <a:lnTo>
                  <a:pt x="1842860" y="389000"/>
                </a:lnTo>
                <a:lnTo>
                  <a:pt x="1842860" y="0"/>
                </a:lnTo>
                <a:close/>
              </a:path>
              <a:path w="1843404" h="683895">
                <a:moveTo>
                  <a:pt x="1842860" y="389000"/>
                </a:moveTo>
                <a:lnTo>
                  <a:pt x="1327240" y="389000"/>
                </a:lnTo>
                <a:lnTo>
                  <a:pt x="1383543" y="389299"/>
                </a:lnTo>
                <a:lnTo>
                  <a:pt x="1436472" y="395658"/>
                </a:lnTo>
                <a:lnTo>
                  <a:pt x="1486364" y="406556"/>
                </a:lnTo>
                <a:lnTo>
                  <a:pt x="1533555" y="420470"/>
                </a:lnTo>
                <a:lnTo>
                  <a:pt x="1578383" y="435879"/>
                </a:lnTo>
                <a:lnTo>
                  <a:pt x="1621183" y="451262"/>
                </a:lnTo>
                <a:lnTo>
                  <a:pt x="1662293" y="465096"/>
                </a:lnTo>
                <a:lnTo>
                  <a:pt x="1702051" y="475860"/>
                </a:lnTo>
                <a:lnTo>
                  <a:pt x="1740791" y="482033"/>
                </a:lnTo>
                <a:lnTo>
                  <a:pt x="1778852" y="482091"/>
                </a:lnTo>
                <a:lnTo>
                  <a:pt x="1797785" y="479391"/>
                </a:lnTo>
                <a:lnTo>
                  <a:pt x="1816682" y="474583"/>
                </a:lnTo>
                <a:lnTo>
                  <a:pt x="1835556" y="467465"/>
                </a:lnTo>
                <a:lnTo>
                  <a:pt x="1842860" y="463735"/>
                </a:lnTo>
                <a:lnTo>
                  <a:pt x="1842860" y="389000"/>
                </a:lnTo>
                <a:close/>
              </a:path>
            </a:pathLst>
          </a:custGeom>
          <a:solidFill>
            <a:srgbClr val="285E8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34228" y="207263"/>
            <a:ext cx="164592" cy="164591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51064" y="1024127"/>
            <a:ext cx="97535" cy="99060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80931" y="1940051"/>
            <a:ext cx="163068" cy="163068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25923" y="140207"/>
            <a:ext cx="97536" cy="990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1A45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24735" cy="1410335"/>
          </a:xfrm>
          <a:custGeom>
            <a:avLst/>
            <a:gdLst/>
            <a:ahLst/>
            <a:cxnLst/>
            <a:rect l="l" t="t" r="r" b="b"/>
            <a:pathLst>
              <a:path w="2324735" h="1410335">
                <a:moveTo>
                  <a:pt x="2324165" y="0"/>
                </a:moveTo>
                <a:lnTo>
                  <a:pt x="0" y="0"/>
                </a:lnTo>
                <a:lnTo>
                  <a:pt x="0" y="1410291"/>
                </a:lnTo>
                <a:lnTo>
                  <a:pt x="45056" y="1399010"/>
                </a:lnTo>
                <a:lnTo>
                  <a:pt x="90581" y="1383761"/>
                </a:lnTo>
                <a:lnTo>
                  <a:pt x="134581" y="1365130"/>
                </a:lnTo>
                <a:lnTo>
                  <a:pt x="176889" y="1343246"/>
                </a:lnTo>
                <a:lnTo>
                  <a:pt x="217337" y="1318240"/>
                </a:lnTo>
                <a:lnTo>
                  <a:pt x="255756" y="1290240"/>
                </a:lnTo>
                <a:lnTo>
                  <a:pt x="291978" y="1259377"/>
                </a:lnTo>
                <a:lnTo>
                  <a:pt x="325835" y="1225781"/>
                </a:lnTo>
                <a:lnTo>
                  <a:pt x="357159" y="1189581"/>
                </a:lnTo>
                <a:lnTo>
                  <a:pt x="385781" y="1150906"/>
                </a:lnTo>
                <a:lnTo>
                  <a:pt x="411534" y="1109887"/>
                </a:lnTo>
                <a:lnTo>
                  <a:pt x="434249" y="1066653"/>
                </a:lnTo>
                <a:lnTo>
                  <a:pt x="453757" y="1021334"/>
                </a:lnTo>
                <a:lnTo>
                  <a:pt x="468780" y="976691"/>
                </a:lnTo>
                <a:lnTo>
                  <a:pt x="481936" y="930556"/>
                </a:lnTo>
                <a:lnTo>
                  <a:pt x="493985" y="883550"/>
                </a:lnTo>
                <a:lnTo>
                  <a:pt x="505686" y="836299"/>
                </a:lnTo>
                <a:lnTo>
                  <a:pt x="517798" y="789425"/>
                </a:lnTo>
                <a:lnTo>
                  <a:pt x="531080" y="743553"/>
                </a:lnTo>
                <a:lnTo>
                  <a:pt x="546291" y="699305"/>
                </a:lnTo>
                <a:lnTo>
                  <a:pt x="564190" y="657304"/>
                </a:lnTo>
                <a:lnTo>
                  <a:pt x="585536" y="618176"/>
                </a:lnTo>
                <a:lnTo>
                  <a:pt x="611089" y="582543"/>
                </a:lnTo>
                <a:lnTo>
                  <a:pt x="641607" y="551028"/>
                </a:lnTo>
                <a:lnTo>
                  <a:pt x="677849" y="524255"/>
                </a:lnTo>
                <a:lnTo>
                  <a:pt x="740438" y="497681"/>
                </a:lnTo>
                <a:lnTo>
                  <a:pt x="806322" y="488823"/>
                </a:lnTo>
                <a:lnTo>
                  <a:pt x="1924007" y="488823"/>
                </a:lnTo>
                <a:lnTo>
                  <a:pt x="1926541" y="484764"/>
                </a:lnTo>
                <a:lnTo>
                  <a:pt x="1951797" y="441894"/>
                </a:lnTo>
                <a:lnTo>
                  <a:pt x="1975853" y="399358"/>
                </a:lnTo>
                <a:lnTo>
                  <a:pt x="2021087" y="317428"/>
                </a:lnTo>
                <a:lnTo>
                  <a:pt x="2042629" y="279107"/>
                </a:lnTo>
                <a:lnTo>
                  <a:pt x="2063694" y="243263"/>
                </a:lnTo>
                <a:lnTo>
                  <a:pt x="2084466" y="210432"/>
                </a:lnTo>
                <a:lnTo>
                  <a:pt x="2125852" y="155955"/>
                </a:lnTo>
                <a:lnTo>
                  <a:pt x="2162842" y="117274"/>
                </a:lnTo>
                <a:lnTo>
                  <a:pt x="2202526" y="81507"/>
                </a:lnTo>
                <a:lnTo>
                  <a:pt x="2244733" y="48824"/>
                </a:lnTo>
                <a:lnTo>
                  <a:pt x="2289294" y="19397"/>
                </a:lnTo>
                <a:lnTo>
                  <a:pt x="2324165" y="0"/>
                </a:lnTo>
                <a:close/>
              </a:path>
              <a:path w="2324735" h="1410335">
                <a:moveTo>
                  <a:pt x="1924007" y="488823"/>
                </a:moveTo>
                <a:lnTo>
                  <a:pt x="806322" y="488823"/>
                </a:lnTo>
                <a:lnTo>
                  <a:pt x="841622" y="491343"/>
                </a:lnTo>
                <a:lnTo>
                  <a:pt x="876307" y="498887"/>
                </a:lnTo>
                <a:lnTo>
                  <a:pt x="941730" y="528954"/>
                </a:lnTo>
                <a:lnTo>
                  <a:pt x="989409" y="566905"/>
                </a:lnTo>
                <a:lnTo>
                  <a:pt x="1052153" y="621877"/>
                </a:lnTo>
                <a:lnTo>
                  <a:pt x="1088547" y="652819"/>
                </a:lnTo>
                <a:lnTo>
                  <a:pt x="1127954" y="684506"/>
                </a:lnTo>
                <a:lnTo>
                  <a:pt x="1170124" y="715765"/>
                </a:lnTo>
                <a:lnTo>
                  <a:pt x="1214805" y="745426"/>
                </a:lnTo>
                <a:lnTo>
                  <a:pt x="1261747" y="772320"/>
                </a:lnTo>
                <a:lnTo>
                  <a:pt x="1310699" y="795275"/>
                </a:lnTo>
                <a:lnTo>
                  <a:pt x="1361410" y="813120"/>
                </a:lnTo>
                <a:lnTo>
                  <a:pt x="1413628" y="824686"/>
                </a:lnTo>
                <a:lnTo>
                  <a:pt x="1467103" y="828801"/>
                </a:lnTo>
                <a:lnTo>
                  <a:pt x="1479627" y="828563"/>
                </a:lnTo>
                <a:lnTo>
                  <a:pt x="1517649" y="824991"/>
                </a:lnTo>
                <a:lnTo>
                  <a:pt x="1568074" y="813839"/>
                </a:lnTo>
                <a:lnTo>
                  <a:pt x="1615305" y="797124"/>
                </a:lnTo>
                <a:lnTo>
                  <a:pt x="1659522" y="775380"/>
                </a:lnTo>
                <a:lnTo>
                  <a:pt x="1700908" y="749145"/>
                </a:lnTo>
                <a:lnTo>
                  <a:pt x="1739643" y="718954"/>
                </a:lnTo>
                <a:lnTo>
                  <a:pt x="1775909" y="685344"/>
                </a:lnTo>
                <a:lnTo>
                  <a:pt x="1809886" y="648851"/>
                </a:lnTo>
                <a:lnTo>
                  <a:pt x="1841757" y="610010"/>
                </a:lnTo>
                <a:lnTo>
                  <a:pt x="1871702" y="569358"/>
                </a:lnTo>
                <a:lnTo>
                  <a:pt x="1899903" y="527431"/>
                </a:lnTo>
                <a:lnTo>
                  <a:pt x="1924007" y="488823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7653" y="0"/>
            <a:ext cx="1493520" cy="753110"/>
          </a:xfrm>
          <a:custGeom>
            <a:avLst/>
            <a:gdLst/>
            <a:ahLst/>
            <a:cxnLst/>
            <a:rect l="l" t="t" r="r" b="b"/>
            <a:pathLst>
              <a:path w="1493520" h="753110">
                <a:moveTo>
                  <a:pt x="1476354" y="329316"/>
                </a:moveTo>
                <a:lnTo>
                  <a:pt x="493926" y="329316"/>
                </a:lnTo>
                <a:lnTo>
                  <a:pt x="538264" y="333800"/>
                </a:lnTo>
                <a:lnTo>
                  <a:pt x="581639" y="345566"/>
                </a:lnTo>
                <a:lnTo>
                  <a:pt x="640406" y="379698"/>
                </a:lnTo>
                <a:lnTo>
                  <a:pt x="692397" y="430575"/>
                </a:lnTo>
                <a:lnTo>
                  <a:pt x="716912" y="460408"/>
                </a:lnTo>
                <a:lnTo>
                  <a:pt x="741008" y="492167"/>
                </a:lnTo>
                <a:lnTo>
                  <a:pt x="789636" y="558444"/>
                </a:lnTo>
                <a:lnTo>
                  <a:pt x="815019" y="591454"/>
                </a:lnTo>
                <a:lnTo>
                  <a:pt x="841679" y="623375"/>
                </a:lnTo>
                <a:lnTo>
                  <a:pt x="870043" y="653452"/>
                </a:lnTo>
                <a:lnTo>
                  <a:pt x="900535" y="680931"/>
                </a:lnTo>
                <a:lnTo>
                  <a:pt x="933578" y="705059"/>
                </a:lnTo>
                <a:lnTo>
                  <a:pt x="969599" y="725082"/>
                </a:lnTo>
                <a:lnTo>
                  <a:pt x="1009021" y="740245"/>
                </a:lnTo>
                <a:lnTo>
                  <a:pt x="1052270" y="749797"/>
                </a:lnTo>
                <a:lnTo>
                  <a:pt x="1099770" y="752981"/>
                </a:lnTo>
                <a:lnTo>
                  <a:pt x="1151945" y="749046"/>
                </a:lnTo>
                <a:lnTo>
                  <a:pt x="1192324" y="739342"/>
                </a:lnTo>
                <a:lnTo>
                  <a:pt x="1230671" y="722592"/>
                </a:lnTo>
                <a:lnTo>
                  <a:pt x="1266874" y="699503"/>
                </a:lnTo>
                <a:lnTo>
                  <a:pt x="1300821" y="670785"/>
                </a:lnTo>
                <a:lnTo>
                  <a:pt x="1332401" y="637144"/>
                </a:lnTo>
                <a:lnTo>
                  <a:pt x="1361502" y="599291"/>
                </a:lnTo>
                <a:lnTo>
                  <a:pt x="1388014" y="557933"/>
                </a:lnTo>
                <a:lnTo>
                  <a:pt x="1411823" y="513780"/>
                </a:lnTo>
                <a:lnTo>
                  <a:pt x="1432820" y="467538"/>
                </a:lnTo>
                <a:lnTo>
                  <a:pt x="1450892" y="419918"/>
                </a:lnTo>
                <a:lnTo>
                  <a:pt x="1465929" y="371627"/>
                </a:lnTo>
                <a:lnTo>
                  <a:pt x="1476354" y="329316"/>
                </a:lnTo>
                <a:close/>
              </a:path>
              <a:path w="1493520" h="753110">
                <a:moveTo>
                  <a:pt x="1108301" y="0"/>
                </a:moveTo>
                <a:lnTo>
                  <a:pt x="600747" y="0"/>
                </a:lnTo>
                <a:lnTo>
                  <a:pt x="554297" y="2714"/>
                </a:lnTo>
                <a:lnTo>
                  <a:pt x="503788" y="6222"/>
                </a:lnTo>
                <a:lnTo>
                  <a:pt x="401462" y="14908"/>
                </a:lnTo>
                <a:lnTo>
                  <a:pt x="245426" y="30513"/>
                </a:lnTo>
                <a:lnTo>
                  <a:pt x="141692" y="42990"/>
                </a:lnTo>
                <a:lnTo>
                  <a:pt x="90108" y="50037"/>
                </a:lnTo>
                <a:lnTo>
                  <a:pt x="59200" y="63700"/>
                </a:lnTo>
                <a:lnTo>
                  <a:pt x="44347" y="79375"/>
                </a:lnTo>
                <a:lnTo>
                  <a:pt x="29815" y="98391"/>
                </a:lnTo>
                <a:lnTo>
                  <a:pt x="15415" y="126349"/>
                </a:lnTo>
                <a:lnTo>
                  <a:pt x="4395" y="161045"/>
                </a:lnTo>
                <a:lnTo>
                  <a:pt x="0" y="200278"/>
                </a:lnTo>
                <a:lnTo>
                  <a:pt x="3715" y="234763"/>
                </a:lnTo>
                <a:lnTo>
                  <a:pt x="39035" y="303399"/>
                </a:lnTo>
                <a:lnTo>
                  <a:pt x="74373" y="335025"/>
                </a:lnTo>
                <a:lnTo>
                  <a:pt x="109142" y="354185"/>
                </a:lnTo>
                <a:lnTo>
                  <a:pt x="146439" y="364716"/>
                </a:lnTo>
                <a:lnTo>
                  <a:pt x="185915" y="368212"/>
                </a:lnTo>
                <a:lnTo>
                  <a:pt x="227220" y="366263"/>
                </a:lnTo>
                <a:lnTo>
                  <a:pt x="270006" y="360459"/>
                </a:lnTo>
                <a:lnTo>
                  <a:pt x="313924" y="352393"/>
                </a:lnTo>
                <a:lnTo>
                  <a:pt x="358624" y="343654"/>
                </a:lnTo>
                <a:lnTo>
                  <a:pt x="403757" y="335835"/>
                </a:lnTo>
                <a:lnTo>
                  <a:pt x="448974" y="330525"/>
                </a:lnTo>
                <a:lnTo>
                  <a:pt x="493926" y="329316"/>
                </a:lnTo>
                <a:lnTo>
                  <a:pt x="1476354" y="329316"/>
                </a:lnTo>
                <a:lnTo>
                  <a:pt x="1477818" y="323374"/>
                </a:lnTo>
                <a:lnTo>
                  <a:pt x="1486448" y="275867"/>
                </a:lnTo>
                <a:lnTo>
                  <a:pt x="1491708" y="229816"/>
                </a:lnTo>
                <a:lnTo>
                  <a:pt x="1493486" y="185927"/>
                </a:lnTo>
                <a:lnTo>
                  <a:pt x="1492335" y="153058"/>
                </a:lnTo>
                <a:lnTo>
                  <a:pt x="1482985" y="94130"/>
                </a:lnTo>
                <a:lnTo>
                  <a:pt x="1448498" y="58826"/>
                </a:lnTo>
                <a:lnTo>
                  <a:pt x="1388350" y="43362"/>
                </a:lnTo>
                <a:lnTo>
                  <a:pt x="1315027" y="26680"/>
                </a:lnTo>
                <a:lnTo>
                  <a:pt x="1249313" y="13014"/>
                </a:lnTo>
                <a:lnTo>
                  <a:pt x="1161535" y="3105"/>
                </a:lnTo>
                <a:lnTo>
                  <a:pt x="1111028" y="132"/>
                </a:lnTo>
                <a:lnTo>
                  <a:pt x="1108301" y="0"/>
                </a:lnTo>
                <a:close/>
              </a:path>
            </a:pathLst>
          </a:custGeom>
          <a:solidFill>
            <a:srgbClr val="80C8D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545590" cy="620395"/>
          </a:xfrm>
          <a:custGeom>
            <a:avLst/>
            <a:gdLst/>
            <a:ahLst/>
            <a:cxnLst/>
            <a:rect l="l" t="t" r="r" b="b"/>
            <a:pathLst>
              <a:path w="1545590" h="620395">
                <a:moveTo>
                  <a:pt x="1544995" y="0"/>
                </a:moveTo>
                <a:lnTo>
                  <a:pt x="0" y="0"/>
                </a:lnTo>
                <a:lnTo>
                  <a:pt x="0" y="582561"/>
                </a:lnTo>
                <a:lnTo>
                  <a:pt x="60365" y="604194"/>
                </a:lnTo>
                <a:lnTo>
                  <a:pt x="180771" y="620267"/>
                </a:lnTo>
                <a:lnTo>
                  <a:pt x="222366" y="618166"/>
                </a:lnTo>
                <a:lnTo>
                  <a:pt x="264810" y="611444"/>
                </a:lnTo>
                <a:lnTo>
                  <a:pt x="307765" y="599474"/>
                </a:lnTo>
                <a:lnTo>
                  <a:pt x="350892" y="581627"/>
                </a:lnTo>
                <a:lnTo>
                  <a:pt x="393852" y="557275"/>
                </a:lnTo>
                <a:lnTo>
                  <a:pt x="442266" y="522077"/>
                </a:lnTo>
                <a:lnTo>
                  <a:pt x="482381" y="485995"/>
                </a:lnTo>
                <a:lnTo>
                  <a:pt x="515477" y="449447"/>
                </a:lnTo>
                <a:lnTo>
                  <a:pt x="542836" y="412851"/>
                </a:lnTo>
                <a:lnTo>
                  <a:pt x="565740" y="376625"/>
                </a:lnTo>
                <a:lnTo>
                  <a:pt x="585471" y="341188"/>
                </a:lnTo>
                <a:lnTo>
                  <a:pt x="603310" y="306958"/>
                </a:lnTo>
                <a:lnTo>
                  <a:pt x="620539" y="274353"/>
                </a:lnTo>
                <a:lnTo>
                  <a:pt x="658294" y="215691"/>
                </a:lnTo>
                <a:lnTo>
                  <a:pt x="708989" y="168548"/>
                </a:lnTo>
                <a:lnTo>
                  <a:pt x="782878" y="136270"/>
                </a:lnTo>
                <a:lnTo>
                  <a:pt x="852355" y="123205"/>
                </a:lnTo>
                <a:lnTo>
                  <a:pt x="922185" y="119379"/>
                </a:lnTo>
                <a:lnTo>
                  <a:pt x="1424998" y="119379"/>
                </a:lnTo>
                <a:lnTo>
                  <a:pt x="1425247" y="119276"/>
                </a:lnTo>
                <a:lnTo>
                  <a:pt x="1458991" y="98837"/>
                </a:lnTo>
                <a:lnTo>
                  <a:pt x="1490788" y="71867"/>
                </a:lnTo>
                <a:lnTo>
                  <a:pt x="1520495" y="37641"/>
                </a:lnTo>
                <a:lnTo>
                  <a:pt x="1544995" y="0"/>
                </a:lnTo>
                <a:close/>
              </a:path>
              <a:path w="1545590" h="620395">
                <a:moveTo>
                  <a:pt x="1424998" y="119379"/>
                </a:moveTo>
                <a:lnTo>
                  <a:pt x="922185" y="119379"/>
                </a:lnTo>
                <a:lnTo>
                  <a:pt x="974382" y="121089"/>
                </a:lnTo>
                <a:lnTo>
                  <a:pt x="1026276" y="125497"/>
                </a:lnTo>
                <a:lnTo>
                  <a:pt x="1177989" y="144122"/>
                </a:lnTo>
                <a:lnTo>
                  <a:pt x="1226523" y="148531"/>
                </a:lnTo>
                <a:lnTo>
                  <a:pt x="1273683" y="150240"/>
                </a:lnTo>
                <a:lnTo>
                  <a:pt x="1313774" y="148668"/>
                </a:lnTo>
                <a:lnTo>
                  <a:pt x="1352495" y="143466"/>
                </a:lnTo>
                <a:lnTo>
                  <a:pt x="1389700" y="133911"/>
                </a:lnTo>
                <a:lnTo>
                  <a:pt x="1424998" y="119379"/>
                </a:lnTo>
                <a:close/>
              </a:path>
            </a:pathLst>
          </a:custGeom>
          <a:solidFill>
            <a:srgbClr val="1A456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9448" y="106679"/>
            <a:ext cx="164591" cy="16459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0080" y="775716"/>
            <a:ext cx="99060" cy="9753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639" y="1522475"/>
            <a:ext cx="99060" cy="9906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7036372" y="0"/>
            <a:ext cx="2108200" cy="1318260"/>
          </a:xfrm>
          <a:custGeom>
            <a:avLst/>
            <a:gdLst/>
            <a:ahLst/>
            <a:cxnLst/>
            <a:rect l="l" t="t" r="r" b="b"/>
            <a:pathLst>
              <a:path w="2108200" h="1318260">
                <a:moveTo>
                  <a:pt x="2107627" y="488823"/>
                </a:moveTo>
                <a:lnTo>
                  <a:pt x="1518728" y="488823"/>
                </a:lnTo>
                <a:lnTo>
                  <a:pt x="1551848" y="491037"/>
                </a:lnTo>
                <a:lnTo>
                  <a:pt x="1584610" y="497681"/>
                </a:lnTo>
                <a:lnTo>
                  <a:pt x="1647252" y="524255"/>
                </a:lnTo>
                <a:lnTo>
                  <a:pt x="1683508" y="551028"/>
                </a:lnTo>
                <a:lnTo>
                  <a:pt x="1714039" y="582543"/>
                </a:lnTo>
                <a:lnTo>
                  <a:pt x="1739605" y="618176"/>
                </a:lnTo>
                <a:lnTo>
                  <a:pt x="1760964" y="657304"/>
                </a:lnTo>
                <a:lnTo>
                  <a:pt x="1778875" y="699305"/>
                </a:lnTo>
                <a:lnTo>
                  <a:pt x="1794096" y="743553"/>
                </a:lnTo>
                <a:lnTo>
                  <a:pt x="1807386" y="789425"/>
                </a:lnTo>
                <a:lnTo>
                  <a:pt x="1819502" y="836299"/>
                </a:lnTo>
                <a:lnTo>
                  <a:pt x="1831204" y="883550"/>
                </a:lnTo>
                <a:lnTo>
                  <a:pt x="1843250" y="930556"/>
                </a:lnTo>
                <a:lnTo>
                  <a:pt x="1856398" y="976691"/>
                </a:lnTo>
                <a:lnTo>
                  <a:pt x="1871407" y="1021334"/>
                </a:lnTo>
                <a:lnTo>
                  <a:pt x="1890944" y="1066653"/>
                </a:lnTo>
                <a:lnTo>
                  <a:pt x="1913685" y="1109887"/>
                </a:lnTo>
                <a:lnTo>
                  <a:pt x="1939460" y="1150906"/>
                </a:lnTo>
                <a:lnTo>
                  <a:pt x="1968103" y="1189581"/>
                </a:lnTo>
                <a:lnTo>
                  <a:pt x="1999445" y="1225781"/>
                </a:lnTo>
                <a:lnTo>
                  <a:pt x="2033320" y="1259377"/>
                </a:lnTo>
                <a:lnTo>
                  <a:pt x="2069559" y="1290240"/>
                </a:lnTo>
                <a:lnTo>
                  <a:pt x="2107627" y="1317972"/>
                </a:lnTo>
                <a:lnTo>
                  <a:pt x="2107627" y="488823"/>
                </a:lnTo>
                <a:close/>
              </a:path>
              <a:path w="2108200" h="1318260">
                <a:moveTo>
                  <a:pt x="2107627" y="0"/>
                </a:moveTo>
                <a:lnTo>
                  <a:pt x="0" y="0"/>
                </a:lnTo>
                <a:lnTo>
                  <a:pt x="34880" y="19397"/>
                </a:lnTo>
                <a:lnTo>
                  <a:pt x="79465" y="48824"/>
                </a:lnTo>
                <a:lnTo>
                  <a:pt x="121691" y="81507"/>
                </a:lnTo>
                <a:lnTo>
                  <a:pt x="161369" y="117274"/>
                </a:lnTo>
                <a:lnTo>
                  <a:pt x="198309" y="155955"/>
                </a:lnTo>
                <a:lnTo>
                  <a:pt x="239768" y="210432"/>
                </a:lnTo>
                <a:lnTo>
                  <a:pt x="260573" y="243263"/>
                </a:lnTo>
                <a:lnTo>
                  <a:pt x="281671" y="279107"/>
                </a:lnTo>
                <a:lnTo>
                  <a:pt x="303243" y="317428"/>
                </a:lnTo>
                <a:lnTo>
                  <a:pt x="348534" y="399358"/>
                </a:lnTo>
                <a:lnTo>
                  <a:pt x="372616" y="441894"/>
                </a:lnTo>
                <a:lnTo>
                  <a:pt x="397898" y="484764"/>
                </a:lnTo>
                <a:lnTo>
                  <a:pt x="424560" y="527431"/>
                </a:lnTo>
                <a:lnTo>
                  <a:pt x="452784" y="569358"/>
                </a:lnTo>
                <a:lnTo>
                  <a:pt x="482752" y="610010"/>
                </a:lnTo>
                <a:lnTo>
                  <a:pt x="514644" y="648851"/>
                </a:lnTo>
                <a:lnTo>
                  <a:pt x="548643" y="685344"/>
                </a:lnTo>
                <a:lnTo>
                  <a:pt x="584929" y="718954"/>
                </a:lnTo>
                <a:lnTo>
                  <a:pt x="623684" y="749145"/>
                </a:lnTo>
                <a:lnTo>
                  <a:pt x="665089" y="775380"/>
                </a:lnTo>
                <a:lnTo>
                  <a:pt x="709326" y="797124"/>
                </a:lnTo>
                <a:lnTo>
                  <a:pt x="756576" y="813839"/>
                </a:lnTo>
                <a:lnTo>
                  <a:pt x="807020" y="824991"/>
                </a:lnTo>
                <a:lnTo>
                  <a:pt x="844989" y="828563"/>
                </a:lnTo>
                <a:lnTo>
                  <a:pt x="857566" y="828801"/>
                </a:lnTo>
                <a:lnTo>
                  <a:pt x="911065" y="824686"/>
                </a:lnTo>
                <a:lnTo>
                  <a:pt x="963307" y="813120"/>
                </a:lnTo>
                <a:lnTo>
                  <a:pt x="1014042" y="795275"/>
                </a:lnTo>
                <a:lnTo>
                  <a:pt x="1063018" y="772320"/>
                </a:lnTo>
                <a:lnTo>
                  <a:pt x="1109983" y="745426"/>
                </a:lnTo>
                <a:lnTo>
                  <a:pt x="1154688" y="715765"/>
                </a:lnTo>
                <a:lnTo>
                  <a:pt x="1196881" y="684506"/>
                </a:lnTo>
                <a:lnTo>
                  <a:pt x="1236310" y="652819"/>
                </a:lnTo>
                <a:lnTo>
                  <a:pt x="1272725" y="621877"/>
                </a:lnTo>
                <a:lnTo>
                  <a:pt x="1335508" y="566905"/>
                </a:lnTo>
                <a:lnTo>
                  <a:pt x="1361373" y="545217"/>
                </a:lnTo>
                <a:lnTo>
                  <a:pt x="1415108" y="511432"/>
                </a:lnTo>
                <a:lnTo>
                  <a:pt x="1483410" y="491343"/>
                </a:lnTo>
                <a:lnTo>
                  <a:pt x="1518728" y="488823"/>
                </a:lnTo>
                <a:lnTo>
                  <a:pt x="2107627" y="488823"/>
                </a:lnTo>
                <a:lnTo>
                  <a:pt x="210762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g object 23"/>
          <p:cNvSpPr/>
          <p:nvPr/>
        </p:nvSpPr>
        <p:spPr>
          <a:xfrm>
            <a:off x="7860791" y="0"/>
            <a:ext cx="1283335" cy="753110"/>
          </a:xfrm>
          <a:custGeom>
            <a:avLst/>
            <a:gdLst/>
            <a:ahLst/>
            <a:cxnLst/>
            <a:rect l="l" t="t" r="r" b="b"/>
            <a:pathLst>
              <a:path w="1283334" h="753110">
                <a:moveTo>
                  <a:pt x="892736" y="0"/>
                </a:moveTo>
                <a:lnTo>
                  <a:pt x="385152" y="0"/>
                </a:lnTo>
                <a:lnTo>
                  <a:pt x="382425" y="132"/>
                </a:lnTo>
                <a:lnTo>
                  <a:pt x="331903" y="3105"/>
                </a:lnTo>
                <a:lnTo>
                  <a:pt x="281431" y="6603"/>
                </a:lnTo>
                <a:lnTo>
                  <a:pt x="178450" y="26680"/>
                </a:lnTo>
                <a:lnTo>
                  <a:pt x="105135" y="43362"/>
                </a:lnTo>
                <a:lnTo>
                  <a:pt x="44988" y="58826"/>
                </a:lnTo>
                <a:lnTo>
                  <a:pt x="10501" y="94130"/>
                </a:lnTo>
                <a:lnTo>
                  <a:pt x="1150" y="153058"/>
                </a:lnTo>
                <a:lnTo>
                  <a:pt x="0" y="185927"/>
                </a:lnTo>
                <a:lnTo>
                  <a:pt x="1778" y="229816"/>
                </a:lnTo>
                <a:lnTo>
                  <a:pt x="7037" y="275867"/>
                </a:lnTo>
                <a:lnTo>
                  <a:pt x="15667" y="323374"/>
                </a:lnTo>
                <a:lnTo>
                  <a:pt x="27556" y="371627"/>
                </a:lnTo>
                <a:lnTo>
                  <a:pt x="42592" y="419918"/>
                </a:lnTo>
                <a:lnTo>
                  <a:pt x="60663" y="467538"/>
                </a:lnTo>
                <a:lnTo>
                  <a:pt x="81658" y="513780"/>
                </a:lnTo>
                <a:lnTo>
                  <a:pt x="105466" y="557933"/>
                </a:lnTo>
                <a:lnTo>
                  <a:pt x="131975" y="599291"/>
                </a:lnTo>
                <a:lnTo>
                  <a:pt x="161073" y="637144"/>
                </a:lnTo>
                <a:lnTo>
                  <a:pt x="192649" y="670785"/>
                </a:lnTo>
                <a:lnTo>
                  <a:pt x="226592" y="699503"/>
                </a:lnTo>
                <a:lnTo>
                  <a:pt x="262789" y="722592"/>
                </a:lnTo>
                <a:lnTo>
                  <a:pt x="301130" y="739342"/>
                </a:lnTo>
                <a:lnTo>
                  <a:pt x="341502" y="749046"/>
                </a:lnTo>
                <a:lnTo>
                  <a:pt x="393676" y="752981"/>
                </a:lnTo>
                <a:lnTo>
                  <a:pt x="441176" y="749797"/>
                </a:lnTo>
                <a:lnTo>
                  <a:pt x="484425" y="740245"/>
                </a:lnTo>
                <a:lnTo>
                  <a:pt x="523849" y="725082"/>
                </a:lnTo>
                <a:lnTo>
                  <a:pt x="559873" y="705059"/>
                </a:lnTo>
                <a:lnTo>
                  <a:pt x="592920" y="680931"/>
                </a:lnTo>
                <a:lnTo>
                  <a:pt x="623416" y="653452"/>
                </a:lnTo>
                <a:lnTo>
                  <a:pt x="651784" y="623375"/>
                </a:lnTo>
                <a:lnTo>
                  <a:pt x="678449" y="591454"/>
                </a:lnTo>
                <a:lnTo>
                  <a:pt x="703837" y="558444"/>
                </a:lnTo>
                <a:lnTo>
                  <a:pt x="752474" y="492167"/>
                </a:lnTo>
                <a:lnTo>
                  <a:pt x="776574" y="460408"/>
                </a:lnTo>
                <a:lnTo>
                  <a:pt x="801094" y="430575"/>
                </a:lnTo>
                <a:lnTo>
                  <a:pt x="853090" y="379698"/>
                </a:lnTo>
                <a:lnTo>
                  <a:pt x="911859" y="345566"/>
                </a:lnTo>
                <a:lnTo>
                  <a:pt x="955227" y="333800"/>
                </a:lnTo>
                <a:lnTo>
                  <a:pt x="999562" y="329316"/>
                </a:lnTo>
                <a:lnTo>
                  <a:pt x="1283207" y="329316"/>
                </a:lnTo>
                <a:lnTo>
                  <a:pt x="1283207" y="34565"/>
                </a:lnTo>
                <a:lnTo>
                  <a:pt x="1196057" y="24959"/>
                </a:lnTo>
                <a:lnTo>
                  <a:pt x="1040129" y="10287"/>
                </a:lnTo>
                <a:lnTo>
                  <a:pt x="989681" y="6222"/>
                </a:lnTo>
                <a:lnTo>
                  <a:pt x="939180" y="2714"/>
                </a:lnTo>
                <a:lnTo>
                  <a:pt x="892736" y="0"/>
                </a:lnTo>
                <a:close/>
              </a:path>
              <a:path w="1283334" h="753110">
                <a:moveTo>
                  <a:pt x="1283207" y="329316"/>
                </a:moveTo>
                <a:lnTo>
                  <a:pt x="999562" y="329316"/>
                </a:lnTo>
                <a:lnTo>
                  <a:pt x="1044515" y="330525"/>
                </a:lnTo>
                <a:lnTo>
                  <a:pt x="1089735" y="335835"/>
                </a:lnTo>
                <a:lnTo>
                  <a:pt x="1134872" y="343654"/>
                </a:lnTo>
                <a:lnTo>
                  <a:pt x="1179576" y="352393"/>
                </a:lnTo>
                <a:lnTo>
                  <a:pt x="1223496" y="360459"/>
                </a:lnTo>
                <a:lnTo>
                  <a:pt x="1266284" y="366263"/>
                </a:lnTo>
                <a:lnTo>
                  <a:pt x="1283207" y="367062"/>
                </a:lnTo>
                <a:lnTo>
                  <a:pt x="1283207" y="329316"/>
                </a:lnTo>
                <a:close/>
              </a:path>
            </a:pathLst>
          </a:custGeom>
          <a:solidFill>
            <a:srgbClr val="80C8DD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g object 24"/>
          <p:cNvSpPr/>
          <p:nvPr/>
        </p:nvSpPr>
        <p:spPr>
          <a:xfrm>
            <a:off x="7816936" y="0"/>
            <a:ext cx="1327150" cy="618490"/>
          </a:xfrm>
          <a:custGeom>
            <a:avLst/>
            <a:gdLst/>
            <a:ahLst/>
            <a:cxnLst/>
            <a:rect l="l" t="t" r="r" b="b"/>
            <a:pathLst>
              <a:path w="1327150" h="618490">
                <a:moveTo>
                  <a:pt x="1327063" y="119379"/>
                </a:moveTo>
                <a:lnTo>
                  <a:pt x="622848" y="119379"/>
                </a:lnTo>
                <a:lnTo>
                  <a:pt x="657743" y="120286"/>
                </a:lnTo>
                <a:lnTo>
                  <a:pt x="692650" y="123205"/>
                </a:lnTo>
                <a:lnTo>
                  <a:pt x="762167" y="136271"/>
                </a:lnTo>
                <a:lnTo>
                  <a:pt x="802642" y="150343"/>
                </a:lnTo>
                <a:lnTo>
                  <a:pt x="863641" y="190471"/>
                </a:lnTo>
                <a:lnTo>
                  <a:pt x="906582" y="243792"/>
                </a:lnTo>
                <a:lnTo>
                  <a:pt x="941713" y="306959"/>
                </a:lnTo>
                <a:lnTo>
                  <a:pt x="959554" y="341189"/>
                </a:lnTo>
                <a:lnTo>
                  <a:pt x="979286" y="376625"/>
                </a:lnTo>
                <a:lnTo>
                  <a:pt x="1002191" y="412851"/>
                </a:lnTo>
                <a:lnTo>
                  <a:pt x="1029551" y="449447"/>
                </a:lnTo>
                <a:lnTo>
                  <a:pt x="1062646" y="485995"/>
                </a:lnTo>
                <a:lnTo>
                  <a:pt x="1102758" y="522077"/>
                </a:lnTo>
                <a:lnTo>
                  <a:pt x="1151168" y="557276"/>
                </a:lnTo>
                <a:lnTo>
                  <a:pt x="1194118" y="581627"/>
                </a:lnTo>
                <a:lnTo>
                  <a:pt x="1237245" y="599474"/>
                </a:lnTo>
                <a:lnTo>
                  <a:pt x="1280208" y="611445"/>
                </a:lnTo>
                <a:lnTo>
                  <a:pt x="1322665" y="618166"/>
                </a:lnTo>
                <a:lnTo>
                  <a:pt x="1327063" y="618389"/>
                </a:lnTo>
                <a:lnTo>
                  <a:pt x="1327063" y="119379"/>
                </a:lnTo>
                <a:close/>
              </a:path>
              <a:path w="1327150" h="618490">
                <a:moveTo>
                  <a:pt x="1327063" y="0"/>
                </a:moveTo>
                <a:lnTo>
                  <a:pt x="0" y="0"/>
                </a:lnTo>
                <a:lnTo>
                  <a:pt x="24500" y="37642"/>
                </a:lnTo>
                <a:lnTo>
                  <a:pt x="54206" y="71867"/>
                </a:lnTo>
                <a:lnTo>
                  <a:pt x="86003" y="98837"/>
                </a:lnTo>
                <a:lnTo>
                  <a:pt x="119747" y="119277"/>
                </a:lnTo>
                <a:lnTo>
                  <a:pt x="155294" y="133912"/>
                </a:lnTo>
                <a:lnTo>
                  <a:pt x="192500" y="143467"/>
                </a:lnTo>
                <a:lnTo>
                  <a:pt x="231220" y="148668"/>
                </a:lnTo>
                <a:lnTo>
                  <a:pt x="271312" y="150240"/>
                </a:lnTo>
                <a:lnTo>
                  <a:pt x="318450" y="148531"/>
                </a:lnTo>
                <a:lnTo>
                  <a:pt x="366974" y="144122"/>
                </a:lnTo>
                <a:lnTo>
                  <a:pt x="518710" y="125498"/>
                </a:lnTo>
                <a:lnTo>
                  <a:pt x="570624" y="121089"/>
                </a:lnTo>
                <a:lnTo>
                  <a:pt x="622848" y="119379"/>
                </a:lnTo>
                <a:lnTo>
                  <a:pt x="1327063" y="119379"/>
                </a:lnTo>
                <a:lnTo>
                  <a:pt x="1327063" y="0"/>
                </a:lnTo>
                <a:close/>
              </a:path>
            </a:pathLst>
          </a:custGeom>
          <a:solidFill>
            <a:srgbClr val="1A456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5" name="bg 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17891" y="106679"/>
            <a:ext cx="163067" cy="164592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21267" y="775716"/>
            <a:ext cx="99059" cy="97536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9095231" y="1522630"/>
            <a:ext cx="48895" cy="99060"/>
          </a:xfrm>
          <a:custGeom>
            <a:avLst/>
            <a:gdLst/>
            <a:ahLst/>
            <a:cxnLst/>
            <a:rect l="l" t="t" r="r" b="b"/>
            <a:pathLst>
              <a:path w="48895" h="99059">
                <a:moveTo>
                  <a:pt x="48768" y="0"/>
                </a:moveTo>
                <a:lnTo>
                  <a:pt x="30271" y="3745"/>
                </a:lnTo>
                <a:lnTo>
                  <a:pt x="14525" y="14371"/>
                </a:lnTo>
                <a:lnTo>
                  <a:pt x="3899" y="30117"/>
                </a:lnTo>
                <a:lnTo>
                  <a:pt x="0" y="49375"/>
                </a:lnTo>
                <a:lnTo>
                  <a:pt x="3899" y="68634"/>
                </a:lnTo>
                <a:lnTo>
                  <a:pt x="14525" y="84380"/>
                </a:lnTo>
                <a:lnTo>
                  <a:pt x="30271" y="95006"/>
                </a:lnTo>
                <a:lnTo>
                  <a:pt x="48768" y="98751"/>
                </a:lnTo>
                <a:lnTo>
                  <a:pt x="48768" y="0"/>
                </a:lnTo>
                <a:close/>
              </a:path>
            </a:pathLst>
          </a:custGeom>
          <a:solidFill>
            <a:srgbClr val="1A456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65678" y="2080082"/>
            <a:ext cx="3612642" cy="863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1A45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7109" y="2249170"/>
            <a:ext cx="7296150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202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ransition spd="slow">
    <p:push dir="u"/>
  </p:transition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5.png"/><Relationship Id="rId4" Type="http://schemas.openxmlformats.org/officeDocument/2006/relationships/image" Target="../media/image17.png"/><Relationship Id="rId9" Type="http://schemas.openxmlformats.org/officeDocument/2006/relationships/image" Target="../media/image24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7.png"/><Relationship Id="rId4" Type="http://schemas.openxmlformats.org/officeDocument/2006/relationships/image" Target="../media/image17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3.png"/><Relationship Id="rId4" Type="http://schemas.openxmlformats.org/officeDocument/2006/relationships/image" Target="../media/image1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7.png"/><Relationship Id="rId4" Type="http://schemas.openxmlformats.org/officeDocument/2006/relationships/image" Target="../media/image17.png"/><Relationship Id="rId9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39.png"/><Relationship Id="rId4" Type="http://schemas.openxmlformats.org/officeDocument/2006/relationships/image" Target="../media/image17.pn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324735" cy="1410335"/>
            <a:chOff x="0" y="0"/>
            <a:chExt cx="2324735" cy="14103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324735" cy="1410335"/>
            </a:xfrm>
            <a:custGeom>
              <a:avLst/>
              <a:gdLst/>
              <a:ahLst/>
              <a:cxnLst/>
              <a:rect l="l" t="t" r="r" b="b"/>
              <a:pathLst>
                <a:path w="2324735" h="1410335">
                  <a:moveTo>
                    <a:pt x="2324165" y="0"/>
                  </a:moveTo>
                  <a:lnTo>
                    <a:pt x="0" y="0"/>
                  </a:lnTo>
                  <a:lnTo>
                    <a:pt x="0" y="1410291"/>
                  </a:lnTo>
                  <a:lnTo>
                    <a:pt x="45056" y="1399010"/>
                  </a:lnTo>
                  <a:lnTo>
                    <a:pt x="90581" y="1383761"/>
                  </a:lnTo>
                  <a:lnTo>
                    <a:pt x="134581" y="1365130"/>
                  </a:lnTo>
                  <a:lnTo>
                    <a:pt x="176889" y="1343246"/>
                  </a:lnTo>
                  <a:lnTo>
                    <a:pt x="217337" y="1318240"/>
                  </a:lnTo>
                  <a:lnTo>
                    <a:pt x="255756" y="1290240"/>
                  </a:lnTo>
                  <a:lnTo>
                    <a:pt x="291978" y="1259377"/>
                  </a:lnTo>
                  <a:lnTo>
                    <a:pt x="325835" y="1225781"/>
                  </a:lnTo>
                  <a:lnTo>
                    <a:pt x="357159" y="1189581"/>
                  </a:lnTo>
                  <a:lnTo>
                    <a:pt x="385781" y="1150906"/>
                  </a:lnTo>
                  <a:lnTo>
                    <a:pt x="411534" y="1109887"/>
                  </a:lnTo>
                  <a:lnTo>
                    <a:pt x="434249" y="1066653"/>
                  </a:lnTo>
                  <a:lnTo>
                    <a:pt x="453757" y="1021334"/>
                  </a:lnTo>
                  <a:lnTo>
                    <a:pt x="468780" y="976691"/>
                  </a:lnTo>
                  <a:lnTo>
                    <a:pt x="481936" y="930556"/>
                  </a:lnTo>
                  <a:lnTo>
                    <a:pt x="493985" y="883550"/>
                  </a:lnTo>
                  <a:lnTo>
                    <a:pt x="505686" y="836299"/>
                  </a:lnTo>
                  <a:lnTo>
                    <a:pt x="517798" y="789425"/>
                  </a:lnTo>
                  <a:lnTo>
                    <a:pt x="531080" y="743553"/>
                  </a:lnTo>
                  <a:lnTo>
                    <a:pt x="546291" y="699305"/>
                  </a:lnTo>
                  <a:lnTo>
                    <a:pt x="564190" y="657304"/>
                  </a:lnTo>
                  <a:lnTo>
                    <a:pt x="585536" y="618176"/>
                  </a:lnTo>
                  <a:lnTo>
                    <a:pt x="611089" y="582543"/>
                  </a:lnTo>
                  <a:lnTo>
                    <a:pt x="641607" y="551028"/>
                  </a:lnTo>
                  <a:lnTo>
                    <a:pt x="677849" y="524255"/>
                  </a:lnTo>
                  <a:lnTo>
                    <a:pt x="740438" y="497681"/>
                  </a:lnTo>
                  <a:lnTo>
                    <a:pt x="806322" y="488823"/>
                  </a:lnTo>
                  <a:lnTo>
                    <a:pt x="1924007" y="488823"/>
                  </a:lnTo>
                  <a:lnTo>
                    <a:pt x="1926541" y="484764"/>
                  </a:lnTo>
                  <a:lnTo>
                    <a:pt x="1951797" y="441894"/>
                  </a:lnTo>
                  <a:lnTo>
                    <a:pt x="1975853" y="399358"/>
                  </a:lnTo>
                  <a:lnTo>
                    <a:pt x="2021087" y="317428"/>
                  </a:lnTo>
                  <a:lnTo>
                    <a:pt x="2042629" y="279107"/>
                  </a:lnTo>
                  <a:lnTo>
                    <a:pt x="2063694" y="243263"/>
                  </a:lnTo>
                  <a:lnTo>
                    <a:pt x="2084466" y="210432"/>
                  </a:lnTo>
                  <a:lnTo>
                    <a:pt x="2125852" y="155955"/>
                  </a:lnTo>
                  <a:lnTo>
                    <a:pt x="2162842" y="117274"/>
                  </a:lnTo>
                  <a:lnTo>
                    <a:pt x="2202526" y="81507"/>
                  </a:lnTo>
                  <a:lnTo>
                    <a:pt x="2244733" y="48824"/>
                  </a:lnTo>
                  <a:lnTo>
                    <a:pt x="2289294" y="19397"/>
                  </a:lnTo>
                  <a:lnTo>
                    <a:pt x="2324165" y="0"/>
                  </a:lnTo>
                  <a:close/>
                </a:path>
                <a:path w="2324735" h="1410335">
                  <a:moveTo>
                    <a:pt x="1924007" y="488823"/>
                  </a:moveTo>
                  <a:lnTo>
                    <a:pt x="806322" y="488823"/>
                  </a:lnTo>
                  <a:lnTo>
                    <a:pt x="841622" y="491343"/>
                  </a:lnTo>
                  <a:lnTo>
                    <a:pt x="876307" y="498887"/>
                  </a:lnTo>
                  <a:lnTo>
                    <a:pt x="941730" y="528954"/>
                  </a:lnTo>
                  <a:lnTo>
                    <a:pt x="989409" y="566905"/>
                  </a:lnTo>
                  <a:lnTo>
                    <a:pt x="1052153" y="621877"/>
                  </a:lnTo>
                  <a:lnTo>
                    <a:pt x="1088547" y="652819"/>
                  </a:lnTo>
                  <a:lnTo>
                    <a:pt x="1127954" y="684506"/>
                  </a:lnTo>
                  <a:lnTo>
                    <a:pt x="1170124" y="715765"/>
                  </a:lnTo>
                  <a:lnTo>
                    <a:pt x="1214805" y="745426"/>
                  </a:lnTo>
                  <a:lnTo>
                    <a:pt x="1261747" y="772320"/>
                  </a:lnTo>
                  <a:lnTo>
                    <a:pt x="1310699" y="795275"/>
                  </a:lnTo>
                  <a:lnTo>
                    <a:pt x="1361410" y="813120"/>
                  </a:lnTo>
                  <a:lnTo>
                    <a:pt x="1413628" y="824686"/>
                  </a:lnTo>
                  <a:lnTo>
                    <a:pt x="1467103" y="828801"/>
                  </a:lnTo>
                  <a:lnTo>
                    <a:pt x="1479627" y="828563"/>
                  </a:lnTo>
                  <a:lnTo>
                    <a:pt x="1517649" y="824991"/>
                  </a:lnTo>
                  <a:lnTo>
                    <a:pt x="1568074" y="813839"/>
                  </a:lnTo>
                  <a:lnTo>
                    <a:pt x="1615305" y="797124"/>
                  </a:lnTo>
                  <a:lnTo>
                    <a:pt x="1659522" y="775380"/>
                  </a:lnTo>
                  <a:lnTo>
                    <a:pt x="1700908" y="749145"/>
                  </a:lnTo>
                  <a:lnTo>
                    <a:pt x="1739643" y="718954"/>
                  </a:lnTo>
                  <a:lnTo>
                    <a:pt x="1775909" y="685344"/>
                  </a:lnTo>
                  <a:lnTo>
                    <a:pt x="1809886" y="648851"/>
                  </a:lnTo>
                  <a:lnTo>
                    <a:pt x="1841757" y="610010"/>
                  </a:lnTo>
                  <a:lnTo>
                    <a:pt x="1871702" y="569358"/>
                  </a:lnTo>
                  <a:lnTo>
                    <a:pt x="1899903" y="527431"/>
                  </a:lnTo>
                  <a:lnTo>
                    <a:pt x="1924007" y="488823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7653" y="0"/>
              <a:ext cx="1493520" cy="753110"/>
            </a:xfrm>
            <a:custGeom>
              <a:avLst/>
              <a:gdLst/>
              <a:ahLst/>
              <a:cxnLst/>
              <a:rect l="l" t="t" r="r" b="b"/>
              <a:pathLst>
                <a:path w="1493520" h="753110">
                  <a:moveTo>
                    <a:pt x="1476354" y="329316"/>
                  </a:moveTo>
                  <a:lnTo>
                    <a:pt x="493926" y="329316"/>
                  </a:lnTo>
                  <a:lnTo>
                    <a:pt x="538264" y="333800"/>
                  </a:lnTo>
                  <a:lnTo>
                    <a:pt x="581639" y="345566"/>
                  </a:lnTo>
                  <a:lnTo>
                    <a:pt x="640406" y="379698"/>
                  </a:lnTo>
                  <a:lnTo>
                    <a:pt x="692397" y="430575"/>
                  </a:lnTo>
                  <a:lnTo>
                    <a:pt x="716912" y="460408"/>
                  </a:lnTo>
                  <a:lnTo>
                    <a:pt x="741008" y="492167"/>
                  </a:lnTo>
                  <a:lnTo>
                    <a:pt x="789636" y="558444"/>
                  </a:lnTo>
                  <a:lnTo>
                    <a:pt x="815019" y="591454"/>
                  </a:lnTo>
                  <a:lnTo>
                    <a:pt x="841679" y="623375"/>
                  </a:lnTo>
                  <a:lnTo>
                    <a:pt x="870043" y="653452"/>
                  </a:lnTo>
                  <a:lnTo>
                    <a:pt x="900535" y="680931"/>
                  </a:lnTo>
                  <a:lnTo>
                    <a:pt x="933578" y="705059"/>
                  </a:lnTo>
                  <a:lnTo>
                    <a:pt x="969599" y="725082"/>
                  </a:lnTo>
                  <a:lnTo>
                    <a:pt x="1009021" y="740245"/>
                  </a:lnTo>
                  <a:lnTo>
                    <a:pt x="1052270" y="749797"/>
                  </a:lnTo>
                  <a:lnTo>
                    <a:pt x="1099770" y="752981"/>
                  </a:lnTo>
                  <a:lnTo>
                    <a:pt x="1151945" y="749046"/>
                  </a:lnTo>
                  <a:lnTo>
                    <a:pt x="1192324" y="739342"/>
                  </a:lnTo>
                  <a:lnTo>
                    <a:pt x="1230671" y="722592"/>
                  </a:lnTo>
                  <a:lnTo>
                    <a:pt x="1266874" y="699503"/>
                  </a:lnTo>
                  <a:lnTo>
                    <a:pt x="1300821" y="670785"/>
                  </a:lnTo>
                  <a:lnTo>
                    <a:pt x="1332401" y="637144"/>
                  </a:lnTo>
                  <a:lnTo>
                    <a:pt x="1361502" y="599291"/>
                  </a:lnTo>
                  <a:lnTo>
                    <a:pt x="1388014" y="557933"/>
                  </a:lnTo>
                  <a:lnTo>
                    <a:pt x="1411823" y="513780"/>
                  </a:lnTo>
                  <a:lnTo>
                    <a:pt x="1432820" y="467538"/>
                  </a:lnTo>
                  <a:lnTo>
                    <a:pt x="1450892" y="419918"/>
                  </a:lnTo>
                  <a:lnTo>
                    <a:pt x="1465929" y="371627"/>
                  </a:lnTo>
                  <a:lnTo>
                    <a:pt x="1476354" y="329316"/>
                  </a:lnTo>
                  <a:close/>
                </a:path>
                <a:path w="1493520" h="753110">
                  <a:moveTo>
                    <a:pt x="1108301" y="0"/>
                  </a:moveTo>
                  <a:lnTo>
                    <a:pt x="600747" y="0"/>
                  </a:lnTo>
                  <a:lnTo>
                    <a:pt x="554297" y="2714"/>
                  </a:lnTo>
                  <a:lnTo>
                    <a:pt x="503788" y="6222"/>
                  </a:lnTo>
                  <a:lnTo>
                    <a:pt x="401462" y="14908"/>
                  </a:lnTo>
                  <a:lnTo>
                    <a:pt x="245426" y="30513"/>
                  </a:lnTo>
                  <a:lnTo>
                    <a:pt x="141692" y="42990"/>
                  </a:lnTo>
                  <a:lnTo>
                    <a:pt x="90108" y="50037"/>
                  </a:lnTo>
                  <a:lnTo>
                    <a:pt x="59200" y="63700"/>
                  </a:lnTo>
                  <a:lnTo>
                    <a:pt x="44347" y="79375"/>
                  </a:lnTo>
                  <a:lnTo>
                    <a:pt x="29815" y="98391"/>
                  </a:lnTo>
                  <a:lnTo>
                    <a:pt x="15415" y="126349"/>
                  </a:lnTo>
                  <a:lnTo>
                    <a:pt x="4395" y="161045"/>
                  </a:lnTo>
                  <a:lnTo>
                    <a:pt x="0" y="200278"/>
                  </a:lnTo>
                  <a:lnTo>
                    <a:pt x="3715" y="234763"/>
                  </a:lnTo>
                  <a:lnTo>
                    <a:pt x="39035" y="303399"/>
                  </a:lnTo>
                  <a:lnTo>
                    <a:pt x="74373" y="335025"/>
                  </a:lnTo>
                  <a:lnTo>
                    <a:pt x="109142" y="354185"/>
                  </a:lnTo>
                  <a:lnTo>
                    <a:pt x="146439" y="364716"/>
                  </a:lnTo>
                  <a:lnTo>
                    <a:pt x="185915" y="368212"/>
                  </a:lnTo>
                  <a:lnTo>
                    <a:pt x="227220" y="366263"/>
                  </a:lnTo>
                  <a:lnTo>
                    <a:pt x="270006" y="360459"/>
                  </a:lnTo>
                  <a:lnTo>
                    <a:pt x="313924" y="352393"/>
                  </a:lnTo>
                  <a:lnTo>
                    <a:pt x="358624" y="343654"/>
                  </a:lnTo>
                  <a:lnTo>
                    <a:pt x="403757" y="335835"/>
                  </a:lnTo>
                  <a:lnTo>
                    <a:pt x="448974" y="330525"/>
                  </a:lnTo>
                  <a:lnTo>
                    <a:pt x="493926" y="329316"/>
                  </a:lnTo>
                  <a:lnTo>
                    <a:pt x="1476354" y="329316"/>
                  </a:lnTo>
                  <a:lnTo>
                    <a:pt x="1477818" y="323374"/>
                  </a:lnTo>
                  <a:lnTo>
                    <a:pt x="1486448" y="275867"/>
                  </a:lnTo>
                  <a:lnTo>
                    <a:pt x="1491708" y="229816"/>
                  </a:lnTo>
                  <a:lnTo>
                    <a:pt x="1493486" y="185927"/>
                  </a:lnTo>
                  <a:lnTo>
                    <a:pt x="1492335" y="153058"/>
                  </a:lnTo>
                  <a:lnTo>
                    <a:pt x="1482985" y="94130"/>
                  </a:lnTo>
                  <a:lnTo>
                    <a:pt x="1448498" y="58826"/>
                  </a:lnTo>
                  <a:lnTo>
                    <a:pt x="1388350" y="43362"/>
                  </a:lnTo>
                  <a:lnTo>
                    <a:pt x="1315027" y="26680"/>
                  </a:lnTo>
                  <a:lnTo>
                    <a:pt x="1249313" y="13014"/>
                  </a:lnTo>
                  <a:lnTo>
                    <a:pt x="1161535" y="3105"/>
                  </a:lnTo>
                  <a:lnTo>
                    <a:pt x="1111028" y="132"/>
                  </a:lnTo>
                  <a:lnTo>
                    <a:pt x="1108301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545590" cy="620395"/>
            </a:xfrm>
            <a:custGeom>
              <a:avLst/>
              <a:gdLst/>
              <a:ahLst/>
              <a:cxnLst/>
              <a:rect l="l" t="t" r="r" b="b"/>
              <a:pathLst>
                <a:path w="1545590" h="620395">
                  <a:moveTo>
                    <a:pt x="1544995" y="0"/>
                  </a:moveTo>
                  <a:lnTo>
                    <a:pt x="0" y="0"/>
                  </a:lnTo>
                  <a:lnTo>
                    <a:pt x="0" y="582561"/>
                  </a:lnTo>
                  <a:lnTo>
                    <a:pt x="60365" y="604194"/>
                  </a:lnTo>
                  <a:lnTo>
                    <a:pt x="180771" y="620267"/>
                  </a:lnTo>
                  <a:lnTo>
                    <a:pt x="222366" y="618166"/>
                  </a:lnTo>
                  <a:lnTo>
                    <a:pt x="264810" y="611444"/>
                  </a:lnTo>
                  <a:lnTo>
                    <a:pt x="307765" y="599474"/>
                  </a:lnTo>
                  <a:lnTo>
                    <a:pt x="350892" y="581627"/>
                  </a:lnTo>
                  <a:lnTo>
                    <a:pt x="393852" y="557275"/>
                  </a:lnTo>
                  <a:lnTo>
                    <a:pt x="442266" y="522077"/>
                  </a:lnTo>
                  <a:lnTo>
                    <a:pt x="482381" y="485995"/>
                  </a:lnTo>
                  <a:lnTo>
                    <a:pt x="515477" y="449447"/>
                  </a:lnTo>
                  <a:lnTo>
                    <a:pt x="542836" y="412851"/>
                  </a:lnTo>
                  <a:lnTo>
                    <a:pt x="565740" y="376625"/>
                  </a:lnTo>
                  <a:lnTo>
                    <a:pt x="585471" y="341188"/>
                  </a:lnTo>
                  <a:lnTo>
                    <a:pt x="603310" y="306958"/>
                  </a:lnTo>
                  <a:lnTo>
                    <a:pt x="620539" y="274353"/>
                  </a:lnTo>
                  <a:lnTo>
                    <a:pt x="658294" y="215691"/>
                  </a:lnTo>
                  <a:lnTo>
                    <a:pt x="708989" y="168548"/>
                  </a:lnTo>
                  <a:lnTo>
                    <a:pt x="782878" y="136270"/>
                  </a:lnTo>
                  <a:lnTo>
                    <a:pt x="852355" y="123205"/>
                  </a:lnTo>
                  <a:lnTo>
                    <a:pt x="922185" y="119379"/>
                  </a:lnTo>
                  <a:lnTo>
                    <a:pt x="1424998" y="119379"/>
                  </a:lnTo>
                  <a:lnTo>
                    <a:pt x="1425247" y="119276"/>
                  </a:lnTo>
                  <a:lnTo>
                    <a:pt x="1458991" y="98837"/>
                  </a:lnTo>
                  <a:lnTo>
                    <a:pt x="1490788" y="71867"/>
                  </a:lnTo>
                  <a:lnTo>
                    <a:pt x="1520495" y="37641"/>
                  </a:lnTo>
                  <a:lnTo>
                    <a:pt x="1544995" y="0"/>
                  </a:lnTo>
                  <a:close/>
                </a:path>
                <a:path w="1545590" h="620395">
                  <a:moveTo>
                    <a:pt x="1424998" y="119379"/>
                  </a:moveTo>
                  <a:lnTo>
                    <a:pt x="922185" y="119379"/>
                  </a:lnTo>
                  <a:lnTo>
                    <a:pt x="974382" y="121089"/>
                  </a:lnTo>
                  <a:lnTo>
                    <a:pt x="1026276" y="125497"/>
                  </a:lnTo>
                  <a:lnTo>
                    <a:pt x="1177989" y="144122"/>
                  </a:lnTo>
                  <a:lnTo>
                    <a:pt x="1226523" y="148531"/>
                  </a:lnTo>
                  <a:lnTo>
                    <a:pt x="1273683" y="150240"/>
                  </a:lnTo>
                  <a:lnTo>
                    <a:pt x="1313774" y="148668"/>
                  </a:lnTo>
                  <a:lnTo>
                    <a:pt x="1352495" y="143466"/>
                  </a:lnTo>
                  <a:lnTo>
                    <a:pt x="1389700" y="133911"/>
                  </a:lnTo>
                  <a:lnTo>
                    <a:pt x="1424998" y="119379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9448" y="106679"/>
              <a:ext cx="164591" cy="16459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080" y="775716"/>
              <a:ext cx="99060" cy="9753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639" y="1522475"/>
            <a:ext cx="99060" cy="9906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036372" y="0"/>
            <a:ext cx="2108200" cy="1318260"/>
            <a:chOff x="7036372" y="0"/>
            <a:chExt cx="2108200" cy="1318260"/>
          </a:xfrm>
        </p:grpSpPr>
        <p:sp>
          <p:nvSpPr>
            <p:cNvPr id="10" name="object 10"/>
            <p:cNvSpPr/>
            <p:nvPr/>
          </p:nvSpPr>
          <p:spPr>
            <a:xfrm>
              <a:off x="7036372" y="0"/>
              <a:ext cx="2108200" cy="1318260"/>
            </a:xfrm>
            <a:custGeom>
              <a:avLst/>
              <a:gdLst/>
              <a:ahLst/>
              <a:cxnLst/>
              <a:rect l="l" t="t" r="r" b="b"/>
              <a:pathLst>
                <a:path w="2108200" h="1318260">
                  <a:moveTo>
                    <a:pt x="2107627" y="488823"/>
                  </a:moveTo>
                  <a:lnTo>
                    <a:pt x="1518728" y="488823"/>
                  </a:lnTo>
                  <a:lnTo>
                    <a:pt x="1551848" y="491037"/>
                  </a:lnTo>
                  <a:lnTo>
                    <a:pt x="1584610" y="497681"/>
                  </a:lnTo>
                  <a:lnTo>
                    <a:pt x="1647252" y="524255"/>
                  </a:lnTo>
                  <a:lnTo>
                    <a:pt x="1683508" y="551028"/>
                  </a:lnTo>
                  <a:lnTo>
                    <a:pt x="1714039" y="582543"/>
                  </a:lnTo>
                  <a:lnTo>
                    <a:pt x="1739605" y="618176"/>
                  </a:lnTo>
                  <a:lnTo>
                    <a:pt x="1760964" y="657304"/>
                  </a:lnTo>
                  <a:lnTo>
                    <a:pt x="1778875" y="699305"/>
                  </a:lnTo>
                  <a:lnTo>
                    <a:pt x="1794096" y="743553"/>
                  </a:lnTo>
                  <a:lnTo>
                    <a:pt x="1807386" y="789425"/>
                  </a:lnTo>
                  <a:lnTo>
                    <a:pt x="1819502" y="836299"/>
                  </a:lnTo>
                  <a:lnTo>
                    <a:pt x="1831204" y="883550"/>
                  </a:lnTo>
                  <a:lnTo>
                    <a:pt x="1843250" y="930556"/>
                  </a:lnTo>
                  <a:lnTo>
                    <a:pt x="1856398" y="976691"/>
                  </a:lnTo>
                  <a:lnTo>
                    <a:pt x="1871407" y="1021334"/>
                  </a:lnTo>
                  <a:lnTo>
                    <a:pt x="1890944" y="1066653"/>
                  </a:lnTo>
                  <a:lnTo>
                    <a:pt x="1913685" y="1109887"/>
                  </a:lnTo>
                  <a:lnTo>
                    <a:pt x="1939460" y="1150906"/>
                  </a:lnTo>
                  <a:lnTo>
                    <a:pt x="1968103" y="1189581"/>
                  </a:lnTo>
                  <a:lnTo>
                    <a:pt x="1999445" y="1225781"/>
                  </a:lnTo>
                  <a:lnTo>
                    <a:pt x="2033320" y="1259377"/>
                  </a:lnTo>
                  <a:lnTo>
                    <a:pt x="2069559" y="1290240"/>
                  </a:lnTo>
                  <a:lnTo>
                    <a:pt x="2107627" y="1317972"/>
                  </a:lnTo>
                  <a:lnTo>
                    <a:pt x="2107627" y="488823"/>
                  </a:lnTo>
                  <a:close/>
                </a:path>
                <a:path w="2108200" h="1318260">
                  <a:moveTo>
                    <a:pt x="2107627" y="0"/>
                  </a:moveTo>
                  <a:lnTo>
                    <a:pt x="0" y="0"/>
                  </a:lnTo>
                  <a:lnTo>
                    <a:pt x="34880" y="19397"/>
                  </a:lnTo>
                  <a:lnTo>
                    <a:pt x="79465" y="48824"/>
                  </a:lnTo>
                  <a:lnTo>
                    <a:pt x="121691" y="81507"/>
                  </a:lnTo>
                  <a:lnTo>
                    <a:pt x="161369" y="117274"/>
                  </a:lnTo>
                  <a:lnTo>
                    <a:pt x="198309" y="155955"/>
                  </a:lnTo>
                  <a:lnTo>
                    <a:pt x="239768" y="210432"/>
                  </a:lnTo>
                  <a:lnTo>
                    <a:pt x="260573" y="243263"/>
                  </a:lnTo>
                  <a:lnTo>
                    <a:pt x="281671" y="279107"/>
                  </a:lnTo>
                  <a:lnTo>
                    <a:pt x="303243" y="317428"/>
                  </a:lnTo>
                  <a:lnTo>
                    <a:pt x="348534" y="399358"/>
                  </a:lnTo>
                  <a:lnTo>
                    <a:pt x="372616" y="441894"/>
                  </a:lnTo>
                  <a:lnTo>
                    <a:pt x="397898" y="484764"/>
                  </a:lnTo>
                  <a:lnTo>
                    <a:pt x="424560" y="527431"/>
                  </a:lnTo>
                  <a:lnTo>
                    <a:pt x="452784" y="569358"/>
                  </a:lnTo>
                  <a:lnTo>
                    <a:pt x="482752" y="610010"/>
                  </a:lnTo>
                  <a:lnTo>
                    <a:pt x="514644" y="648851"/>
                  </a:lnTo>
                  <a:lnTo>
                    <a:pt x="548643" y="685344"/>
                  </a:lnTo>
                  <a:lnTo>
                    <a:pt x="584929" y="718954"/>
                  </a:lnTo>
                  <a:lnTo>
                    <a:pt x="623684" y="749145"/>
                  </a:lnTo>
                  <a:lnTo>
                    <a:pt x="665089" y="775380"/>
                  </a:lnTo>
                  <a:lnTo>
                    <a:pt x="709326" y="797124"/>
                  </a:lnTo>
                  <a:lnTo>
                    <a:pt x="756576" y="813839"/>
                  </a:lnTo>
                  <a:lnTo>
                    <a:pt x="807020" y="824991"/>
                  </a:lnTo>
                  <a:lnTo>
                    <a:pt x="844989" y="828563"/>
                  </a:lnTo>
                  <a:lnTo>
                    <a:pt x="857566" y="828801"/>
                  </a:lnTo>
                  <a:lnTo>
                    <a:pt x="911065" y="824686"/>
                  </a:lnTo>
                  <a:lnTo>
                    <a:pt x="963307" y="813120"/>
                  </a:lnTo>
                  <a:lnTo>
                    <a:pt x="1014042" y="795275"/>
                  </a:lnTo>
                  <a:lnTo>
                    <a:pt x="1063018" y="772320"/>
                  </a:lnTo>
                  <a:lnTo>
                    <a:pt x="1109983" y="745426"/>
                  </a:lnTo>
                  <a:lnTo>
                    <a:pt x="1154688" y="715765"/>
                  </a:lnTo>
                  <a:lnTo>
                    <a:pt x="1196881" y="684506"/>
                  </a:lnTo>
                  <a:lnTo>
                    <a:pt x="1236310" y="652819"/>
                  </a:lnTo>
                  <a:lnTo>
                    <a:pt x="1272725" y="621877"/>
                  </a:lnTo>
                  <a:lnTo>
                    <a:pt x="1335508" y="566905"/>
                  </a:lnTo>
                  <a:lnTo>
                    <a:pt x="1361373" y="545217"/>
                  </a:lnTo>
                  <a:lnTo>
                    <a:pt x="1415108" y="511432"/>
                  </a:lnTo>
                  <a:lnTo>
                    <a:pt x="1483410" y="491343"/>
                  </a:lnTo>
                  <a:lnTo>
                    <a:pt x="1518728" y="488823"/>
                  </a:lnTo>
                  <a:lnTo>
                    <a:pt x="2107627" y="488823"/>
                  </a:lnTo>
                  <a:lnTo>
                    <a:pt x="2107627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7860791" y="0"/>
              <a:ext cx="1283335" cy="753110"/>
            </a:xfrm>
            <a:custGeom>
              <a:avLst/>
              <a:gdLst/>
              <a:ahLst/>
              <a:cxnLst/>
              <a:rect l="l" t="t" r="r" b="b"/>
              <a:pathLst>
                <a:path w="1283334" h="753110">
                  <a:moveTo>
                    <a:pt x="892736" y="0"/>
                  </a:moveTo>
                  <a:lnTo>
                    <a:pt x="385152" y="0"/>
                  </a:lnTo>
                  <a:lnTo>
                    <a:pt x="382425" y="132"/>
                  </a:lnTo>
                  <a:lnTo>
                    <a:pt x="331903" y="3105"/>
                  </a:lnTo>
                  <a:lnTo>
                    <a:pt x="281431" y="6603"/>
                  </a:lnTo>
                  <a:lnTo>
                    <a:pt x="178450" y="26680"/>
                  </a:lnTo>
                  <a:lnTo>
                    <a:pt x="105135" y="43362"/>
                  </a:lnTo>
                  <a:lnTo>
                    <a:pt x="44988" y="58826"/>
                  </a:lnTo>
                  <a:lnTo>
                    <a:pt x="10501" y="94130"/>
                  </a:lnTo>
                  <a:lnTo>
                    <a:pt x="1150" y="153058"/>
                  </a:lnTo>
                  <a:lnTo>
                    <a:pt x="0" y="185927"/>
                  </a:lnTo>
                  <a:lnTo>
                    <a:pt x="1778" y="229816"/>
                  </a:lnTo>
                  <a:lnTo>
                    <a:pt x="7037" y="275867"/>
                  </a:lnTo>
                  <a:lnTo>
                    <a:pt x="15667" y="323374"/>
                  </a:lnTo>
                  <a:lnTo>
                    <a:pt x="27556" y="371627"/>
                  </a:lnTo>
                  <a:lnTo>
                    <a:pt x="42592" y="419918"/>
                  </a:lnTo>
                  <a:lnTo>
                    <a:pt x="60663" y="467538"/>
                  </a:lnTo>
                  <a:lnTo>
                    <a:pt x="81658" y="513780"/>
                  </a:lnTo>
                  <a:lnTo>
                    <a:pt x="105466" y="557933"/>
                  </a:lnTo>
                  <a:lnTo>
                    <a:pt x="131975" y="599291"/>
                  </a:lnTo>
                  <a:lnTo>
                    <a:pt x="161073" y="637144"/>
                  </a:lnTo>
                  <a:lnTo>
                    <a:pt x="192649" y="670785"/>
                  </a:lnTo>
                  <a:lnTo>
                    <a:pt x="226592" y="699503"/>
                  </a:lnTo>
                  <a:lnTo>
                    <a:pt x="262789" y="722592"/>
                  </a:lnTo>
                  <a:lnTo>
                    <a:pt x="301130" y="739342"/>
                  </a:lnTo>
                  <a:lnTo>
                    <a:pt x="341502" y="749046"/>
                  </a:lnTo>
                  <a:lnTo>
                    <a:pt x="393676" y="752981"/>
                  </a:lnTo>
                  <a:lnTo>
                    <a:pt x="441176" y="749797"/>
                  </a:lnTo>
                  <a:lnTo>
                    <a:pt x="484425" y="740245"/>
                  </a:lnTo>
                  <a:lnTo>
                    <a:pt x="523849" y="725082"/>
                  </a:lnTo>
                  <a:lnTo>
                    <a:pt x="559873" y="705059"/>
                  </a:lnTo>
                  <a:lnTo>
                    <a:pt x="592920" y="680931"/>
                  </a:lnTo>
                  <a:lnTo>
                    <a:pt x="623416" y="653452"/>
                  </a:lnTo>
                  <a:lnTo>
                    <a:pt x="651784" y="623375"/>
                  </a:lnTo>
                  <a:lnTo>
                    <a:pt x="678449" y="591454"/>
                  </a:lnTo>
                  <a:lnTo>
                    <a:pt x="703837" y="558444"/>
                  </a:lnTo>
                  <a:lnTo>
                    <a:pt x="752474" y="492167"/>
                  </a:lnTo>
                  <a:lnTo>
                    <a:pt x="776574" y="460408"/>
                  </a:lnTo>
                  <a:lnTo>
                    <a:pt x="801094" y="430575"/>
                  </a:lnTo>
                  <a:lnTo>
                    <a:pt x="853090" y="379698"/>
                  </a:lnTo>
                  <a:lnTo>
                    <a:pt x="911859" y="345566"/>
                  </a:lnTo>
                  <a:lnTo>
                    <a:pt x="955227" y="333800"/>
                  </a:lnTo>
                  <a:lnTo>
                    <a:pt x="999562" y="329316"/>
                  </a:lnTo>
                  <a:lnTo>
                    <a:pt x="1283207" y="329316"/>
                  </a:lnTo>
                  <a:lnTo>
                    <a:pt x="1283207" y="34565"/>
                  </a:lnTo>
                  <a:lnTo>
                    <a:pt x="1196057" y="24959"/>
                  </a:lnTo>
                  <a:lnTo>
                    <a:pt x="1040129" y="10287"/>
                  </a:lnTo>
                  <a:lnTo>
                    <a:pt x="989681" y="6222"/>
                  </a:lnTo>
                  <a:lnTo>
                    <a:pt x="939180" y="2714"/>
                  </a:lnTo>
                  <a:lnTo>
                    <a:pt x="892736" y="0"/>
                  </a:lnTo>
                  <a:close/>
                </a:path>
                <a:path w="1283334" h="753110">
                  <a:moveTo>
                    <a:pt x="1283207" y="329316"/>
                  </a:moveTo>
                  <a:lnTo>
                    <a:pt x="999562" y="329316"/>
                  </a:lnTo>
                  <a:lnTo>
                    <a:pt x="1044515" y="330525"/>
                  </a:lnTo>
                  <a:lnTo>
                    <a:pt x="1089735" y="335835"/>
                  </a:lnTo>
                  <a:lnTo>
                    <a:pt x="1134872" y="343654"/>
                  </a:lnTo>
                  <a:lnTo>
                    <a:pt x="1179576" y="352393"/>
                  </a:lnTo>
                  <a:lnTo>
                    <a:pt x="1223496" y="360459"/>
                  </a:lnTo>
                  <a:lnTo>
                    <a:pt x="1266284" y="366263"/>
                  </a:lnTo>
                  <a:lnTo>
                    <a:pt x="1283207" y="367062"/>
                  </a:lnTo>
                  <a:lnTo>
                    <a:pt x="1283207" y="329316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7816936" y="0"/>
              <a:ext cx="1327150" cy="618490"/>
            </a:xfrm>
            <a:custGeom>
              <a:avLst/>
              <a:gdLst/>
              <a:ahLst/>
              <a:cxnLst/>
              <a:rect l="l" t="t" r="r" b="b"/>
              <a:pathLst>
                <a:path w="1327150" h="618490">
                  <a:moveTo>
                    <a:pt x="1327063" y="119379"/>
                  </a:moveTo>
                  <a:lnTo>
                    <a:pt x="622848" y="119379"/>
                  </a:lnTo>
                  <a:lnTo>
                    <a:pt x="657743" y="120286"/>
                  </a:lnTo>
                  <a:lnTo>
                    <a:pt x="692650" y="123205"/>
                  </a:lnTo>
                  <a:lnTo>
                    <a:pt x="762167" y="136271"/>
                  </a:lnTo>
                  <a:lnTo>
                    <a:pt x="802642" y="150343"/>
                  </a:lnTo>
                  <a:lnTo>
                    <a:pt x="863641" y="190471"/>
                  </a:lnTo>
                  <a:lnTo>
                    <a:pt x="906582" y="243792"/>
                  </a:lnTo>
                  <a:lnTo>
                    <a:pt x="941713" y="306959"/>
                  </a:lnTo>
                  <a:lnTo>
                    <a:pt x="959554" y="341189"/>
                  </a:lnTo>
                  <a:lnTo>
                    <a:pt x="979286" y="376625"/>
                  </a:lnTo>
                  <a:lnTo>
                    <a:pt x="1002191" y="412851"/>
                  </a:lnTo>
                  <a:lnTo>
                    <a:pt x="1029551" y="449447"/>
                  </a:lnTo>
                  <a:lnTo>
                    <a:pt x="1062646" y="485995"/>
                  </a:lnTo>
                  <a:lnTo>
                    <a:pt x="1102758" y="522077"/>
                  </a:lnTo>
                  <a:lnTo>
                    <a:pt x="1151168" y="557276"/>
                  </a:lnTo>
                  <a:lnTo>
                    <a:pt x="1194118" y="581627"/>
                  </a:lnTo>
                  <a:lnTo>
                    <a:pt x="1237245" y="599474"/>
                  </a:lnTo>
                  <a:lnTo>
                    <a:pt x="1280208" y="611445"/>
                  </a:lnTo>
                  <a:lnTo>
                    <a:pt x="1322665" y="618166"/>
                  </a:lnTo>
                  <a:lnTo>
                    <a:pt x="1327063" y="618389"/>
                  </a:lnTo>
                  <a:lnTo>
                    <a:pt x="1327063" y="119379"/>
                  </a:lnTo>
                  <a:close/>
                </a:path>
                <a:path w="1327150" h="618490">
                  <a:moveTo>
                    <a:pt x="1327063" y="0"/>
                  </a:moveTo>
                  <a:lnTo>
                    <a:pt x="0" y="0"/>
                  </a:lnTo>
                  <a:lnTo>
                    <a:pt x="24500" y="37642"/>
                  </a:lnTo>
                  <a:lnTo>
                    <a:pt x="54206" y="71867"/>
                  </a:lnTo>
                  <a:lnTo>
                    <a:pt x="86003" y="98837"/>
                  </a:lnTo>
                  <a:lnTo>
                    <a:pt x="119747" y="119277"/>
                  </a:lnTo>
                  <a:lnTo>
                    <a:pt x="155294" y="133912"/>
                  </a:lnTo>
                  <a:lnTo>
                    <a:pt x="192500" y="143467"/>
                  </a:lnTo>
                  <a:lnTo>
                    <a:pt x="231220" y="148668"/>
                  </a:lnTo>
                  <a:lnTo>
                    <a:pt x="271312" y="150240"/>
                  </a:lnTo>
                  <a:lnTo>
                    <a:pt x="318450" y="148531"/>
                  </a:lnTo>
                  <a:lnTo>
                    <a:pt x="366974" y="144122"/>
                  </a:lnTo>
                  <a:lnTo>
                    <a:pt x="518710" y="125498"/>
                  </a:lnTo>
                  <a:lnTo>
                    <a:pt x="570624" y="121089"/>
                  </a:lnTo>
                  <a:lnTo>
                    <a:pt x="622848" y="119379"/>
                  </a:lnTo>
                  <a:lnTo>
                    <a:pt x="1327063" y="119379"/>
                  </a:lnTo>
                  <a:lnTo>
                    <a:pt x="1327063" y="0"/>
                  </a:lnTo>
                  <a:close/>
                </a:path>
              </a:pathLst>
            </a:custGeom>
            <a:solidFill>
              <a:srgbClr val="1A456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7891" y="106679"/>
              <a:ext cx="163067" cy="1645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21267" y="775716"/>
              <a:ext cx="99059" cy="97536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9095231" y="1522630"/>
            <a:ext cx="48895" cy="99060"/>
          </a:xfrm>
          <a:custGeom>
            <a:avLst/>
            <a:gdLst/>
            <a:ahLst/>
            <a:cxnLst/>
            <a:rect l="l" t="t" r="r" b="b"/>
            <a:pathLst>
              <a:path w="48895" h="99059">
                <a:moveTo>
                  <a:pt x="48768" y="0"/>
                </a:moveTo>
                <a:lnTo>
                  <a:pt x="30271" y="3745"/>
                </a:lnTo>
                <a:lnTo>
                  <a:pt x="14525" y="14371"/>
                </a:lnTo>
                <a:lnTo>
                  <a:pt x="3899" y="30117"/>
                </a:lnTo>
                <a:lnTo>
                  <a:pt x="0" y="49375"/>
                </a:lnTo>
                <a:lnTo>
                  <a:pt x="3899" y="68634"/>
                </a:lnTo>
                <a:lnTo>
                  <a:pt x="14525" y="84380"/>
                </a:lnTo>
                <a:lnTo>
                  <a:pt x="30271" y="95006"/>
                </a:lnTo>
                <a:lnTo>
                  <a:pt x="48768" y="98751"/>
                </a:lnTo>
                <a:lnTo>
                  <a:pt x="48768" y="0"/>
                </a:lnTo>
                <a:close/>
              </a:path>
            </a:pathLst>
          </a:custGeom>
          <a:solidFill>
            <a:srgbClr val="1A4568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4191000" y="2507919"/>
            <a:ext cx="319913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dirty="0"/>
              <a:t>Presented</a:t>
            </a:r>
            <a:r>
              <a:rPr sz="1400" spc="-190" dirty="0"/>
              <a:t> </a:t>
            </a:r>
            <a:r>
              <a:rPr sz="1400" spc="-25" dirty="0"/>
              <a:t>by</a:t>
            </a:r>
            <a:endParaRPr sz="1400" dirty="0"/>
          </a:p>
        </p:txBody>
      </p:sp>
      <p:grpSp>
        <p:nvGrpSpPr>
          <p:cNvPr id="17" name="object 17"/>
          <p:cNvGrpSpPr/>
          <p:nvPr/>
        </p:nvGrpSpPr>
        <p:grpSpPr>
          <a:xfrm>
            <a:off x="3004470" y="2799358"/>
            <a:ext cx="4265138" cy="2051765"/>
            <a:chOff x="1794509" y="2683002"/>
            <a:chExt cx="4265138" cy="1413662"/>
          </a:xfrm>
        </p:grpSpPr>
        <p:sp>
          <p:nvSpPr>
            <p:cNvPr id="29" name="object 29"/>
            <p:cNvSpPr/>
            <p:nvPr/>
          </p:nvSpPr>
          <p:spPr>
            <a:xfrm>
              <a:off x="1882093" y="3158679"/>
              <a:ext cx="4139565" cy="408638"/>
            </a:xfrm>
            <a:custGeom>
              <a:avLst/>
              <a:gdLst/>
              <a:ahLst/>
              <a:cxnLst/>
              <a:rect l="l" t="t" r="r" b="b"/>
              <a:pathLst>
                <a:path w="4139565" h="883920">
                  <a:moveTo>
                    <a:pt x="3991864" y="0"/>
                  </a:moveTo>
                  <a:lnTo>
                    <a:pt x="147319" y="0"/>
                  </a:lnTo>
                  <a:lnTo>
                    <a:pt x="100738" y="7506"/>
                  </a:lnTo>
                  <a:lnTo>
                    <a:pt x="60295" y="28411"/>
                  </a:lnTo>
                  <a:lnTo>
                    <a:pt x="28411" y="60295"/>
                  </a:lnTo>
                  <a:lnTo>
                    <a:pt x="7506" y="100738"/>
                  </a:lnTo>
                  <a:lnTo>
                    <a:pt x="0" y="147320"/>
                  </a:lnTo>
                  <a:lnTo>
                    <a:pt x="0" y="736600"/>
                  </a:lnTo>
                  <a:lnTo>
                    <a:pt x="7506" y="783181"/>
                  </a:lnTo>
                  <a:lnTo>
                    <a:pt x="28411" y="823624"/>
                  </a:lnTo>
                  <a:lnTo>
                    <a:pt x="60295" y="855508"/>
                  </a:lnTo>
                  <a:lnTo>
                    <a:pt x="100738" y="876413"/>
                  </a:lnTo>
                  <a:lnTo>
                    <a:pt x="147319" y="883920"/>
                  </a:lnTo>
                  <a:lnTo>
                    <a:pt x="3991864" y="883920"/>
                  </a:lnTo>
                  <a:lnTo>
                    <a:pt x="4038445" y="876413"/>
                  </a:lnTo>
                  <a:lnTo>
                    <a:pt x="4078888" y="855508"/>
                  </a:lnTo>
                  <a:lnTo>
                    <a:pt x="4110772" y="823624"/>
                  </a:lnTo>
                  <a:lnTo>
                    <a:pt x="4131677" y="783181"/>
                  </a:lnTo>
                  <a:lnTo>
                    <a:pt x="4139184" y="736600"/>
                  </a:lnTo>
                  <a:lnTo>
                    <a:pt x="4139184" y="147320"/>
                  </a:lnTo>
                  <a:lnTo>
                    <a:pt x="4131677" y="100738"/>
                  </a:lnTo>
                  <a:lnTo>
                    <a:pt x="4110772" y="60295"/>
                  </a:lnTo>
                  <a:lnTo>
                    <a:pt x="4078888" y="28411"/>
                  </a:lnTo>
                  <a:lnTo>
                    <a:pt x="4038445" y="7506"/>
                  </a:lnTo>
                  <a:lnTo>
                    <a:pt x="3991864" y="0"/>
                  </a:lnTo>
                  <a:close/>
                </a:path>
              </a:pathLst>
            </a:custGeom>
            <a:solidFill>
              <a:srgbClr val="E6F4F8"/>
            </a:solidFill>
          </p:spPr>
          <p:txBody>
            <a:bodyPr wrap="square" lIns="0" tIns="0" rIns="0" bIns="0" rtlCol="0"/>
            <a:lstStyle/>
            <a:p>
              <a:r>
                <a:rPr lang="en-US" b="1" dirty="0"/>
                <a:t>Aditya Debnath</a:t>
              </a:r>
            </a:p>
            <a:p>
              <a:r>
                <a:rPr lang="en-US" b="1" dirty="0"/>
                <a:t>ID: 2022-2-60-124</a:t>
              </a:r>
            </a:p>
            <a:p>
              <a:endParaRPr lang="en-US" b="1" dirty="0"/>
            </a:p>
            <a:p>
              <a:endParaRPr lang="en-US" b="1" dirty="0"/>
            </a:p>
            <a:p>
              <a:endParaRPr lang="en-US" b="1" dirty="0"/>
            </a:p>
          </p:txBody>
        </p:sp>
        <p:sp>
          <p:nvSpPr>
            <p:cNvPr id="30" name="object 30"/>
            <p:cNvSpPr/>
            <p:nvPr/>
          </p:nvSpPr>
          <p:spPr>
            <a:xfrm>
              <a:off x="1794509" y="2683002"/>
              <a:ext cx="4139565" cy="475679"/>
            </a:xfrm>
            <a:custGeom>
              <a:avLst/>
              <a:gdLst/>
              <a:ahLst/>
              <a:cxnLst/>
              <a:rect l="l" t="t" r="r" b="b"/>
              <a:pathLst>
                <a:path w="4139565" h="883920">
                  <a:moveTo>
                    <a:pt x="0" y="147320"/>
                  </a:moveTo>
                  <a:lnTo>
                    <a:pt x="7506" y="100738"/>
                  </a:lnTo>
                  <a:lnTo>
                    <a:pt x="28411" y="60295"/>
                  </a:lnTo>
                  <a:lnTo>
                    <a:pt x="60295" y="28411"/>
                  </a:lnTo>
                  <a:lnTo>
                    <a:pt x="100738" y="7506"/>
                  </a:lnTo>
                  <a:lnTo>
                    <a:pt x="147319" y="0"/>
                  </a:lnTo>
                  <a:lnTo>
                    <a:pt x="3991864" y="0"/>
                  </a:lnTo>
                  <a:lnTo>
                    <a:pt x="4038445" y="7506"/>
                  </a:lnTo>
                  <a:lnTo>
                    <a:pt x="4078888" y="28411"/>
                  </a:lnTo>
                  <a:lnTo>
                    <a:pt x="4110772" y="60295"/>
                  </a:lnTo>
                  <a:lnTo>
                    <a:pt x="4131677" y="100738"/>
                  </a:lnTo>
                  <a:lnTo>
                    <a:pt x="4139184" y="147320"/>
                  </a:lnTo>
                  <a:lnTo>
                    <a:pt x="4139184" y="736600"/>
                  </a:lnTo>
                  <a:lnTo>
                    <a:pt x="4131677" y="783181"/>
                  </a:lnTo>
                  <a:lnTo>
                    <a:pt x="4110772" y="823624"/>
                  </a:lnTo>
                  <a:lnTo>
                    <a:pt x="4078888" y="855508"/>
                  </a:lnTo>
                  <a:lnTo>
                    <a:pt x="4038445" y="876413"/>
                  </a:lnTo>
                  <a:lnTo>
                    <a:pt x="3991864" y="883920"/>
                  </a:lnTo>
                  <a:lnTo>
                    <a:pt x="147319" y="883920"/>
                  </a:lnTo>
                  <a:lnTo>
                    <a:pt x="100738" y="876413"/>
                  </a:lnTo>
                  <a:lnTo>
                    <a:pt x="60295" y="855508"/>
                  </a:lnTo>
                  <a:lnTo>
                    <a:pt x="28411" y="823624"/>
                  </a:lnTo>
                  <a:lnTo>
                    <a:pt x="7506" y="783181"/>
                  </a:lnTo>
                  <a:lnTo>
                    <a:pt x="0" y="736600"/>
                  </a:lnTo>
                  <a:lnTo>
                    <a:pt x="0" y="14732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1888106" y="3672823"/>
              <a:ext cx="4171541" cy="423841"/>
            </a:xfrm>
            <a:custGeom>
              <a:avLst/>
              <a:gdLst/>
              <a:ahLst/>
              <a:cxnLst/>
              <a:rect l="l" t="t" r="r" b="b"/>
              <a:pathLst>
                <a:path w="4139565" h="832485">
                  <a:moveTo>
                    <a:pt x="4000500" y="0"/>
                  </a:moveTo>
                  <a:lnTo>
                    <a:pt x="138683" y="0"/>
                  </a:lnTo>
                  <a:lnTo>
                    <a:pt x="94853" y="7071"/>
                  </a:lnTo>
                  <a:lnTo>
                    <a:pt x="56784" y="26761"/>
                  </a:lnTo>
                  <a:lnTo>
                    <a:pt x="26761" y="56784"/>
                  </a:lnTo>
                  <a:lnTo>
                    <a:pt x="7071" y="94853"/>
                  </a:lnTo>
                  <a:lnTo>
                    <a:pt x="0" y="138684"/>
                  </a:lnTo>
                  <a:lnTo>
                    <a:pt x="0" y="693420"/>
                  </a:lnTo>
                  <a:lnTo>
                    <a:pt x="7071" y="737255"/>
                  </a:lnTo>
                  <a:lnTo>
                    <a:pt x="26761" y="775325"/>
                  </a:lnTo>
                  <a:lnTo>
                    <a:pt x="56784" y="805346"/>
                  </a:lnTo>
                  <a:lnTo>
                    <a:pt x="94853" y="825033"/>
                  </a:lnTo>
                  <a:lnTo>
                    <a:pt x="138683" y="832104"/>
                  </a:lnTo>
                  <a:lnTo>
                    <a:pt x="4000500" y="832104"/>
                  </a:lnTo>
                  <a:lnTo>
                    <a:pt x="4044330" y="825033"/>
                  </a:lnTo>
                  <a:lnTo>
                    <a:pt x="4082399" y="805346"/>
                  </a:lnTo>
                  <a:lnTo>
                    <a:pt x="4112422" y="775325"/>
                  </a:lnTo>
                  <a:lnTo>
                    <a:pt x="4132112" y="737255"/>
                  </a:lnTo>
                  <a:lnTo>
                    <a:pt x="4139183" y="693420"/>
                  </a:lnTo>
                  <a:lnTo>
                    <a:pt x="4139183" y="138684"/>
                  </a:lnTo>
                  <a:lnTo>
                    <a:pt x="4132112" y="94853"/>
                  </a:lnTo>
                  <a:lnTo>
                    <a:pt x="4112422" y="56784"/>
                  </a:lnTo>
                  <a:lnTo>
                    <a:pt x="4082399" y="26761"/>
                  </a:lnTo>
                  <a:lnTo>
                    <a:pt x="4044330" y="7071"/>
                  </a:lnTo>
                  <a:lnTo>
                    <a:pt x="4000500" y="0"/>
                  </a:lnTo>
                  <a:close/>
                </a:path>
              </a:pathLst>
            </a:custGeom>
            <a:solidFill>
              <a:srgbClr val="E6F4F8"/>
            </a:solidFill>
          </p:spPr>
          <p:txBody>
            <a:bodyPr wrap="square" lIns="0" tIns="0" rIns="0" bIns="0" rtlCol="0"/>
            <a:lstStyle/>
            <a:p>
              <a:r>
                <a:rPr lang="en-US" b="1" dirty="0"/>
                <a:t>Umme Habiba</a:t>
              </a:r>
            </a:p>
            <a:p>
              <a:r>
                <a:rPr lang="en-US" b="1" dirty="0"/>
                <a:t>ID: 2022-1-60-362</a:t>
              </a:r>
              <a:endParaRPr b="1" dirty="0"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811314" y="3531471"/>
            <a:ext cx="2106172" cy="2053844"/>
            <a:chOff x="842010" y="1522475"/>
            <a:chExt cx="2106172" cy="2053844"/>
          </a:xfrm>
        </p:grpSpPr>
        <p:sp>
          <p:nvSpPr>
            <p:cNvPr id="38" name="object 38"/>
            <p:cNvSpPr/>
            <p:nvPr/>
          </p:nvSpPr>
          <p:spPr>
            <a:xfrm>
              <a:off x="2327052" y="1522475"/>
              <a:ext cx="621130" cy="574041"/>
            </a:xfrm>
            <a:custGeom>
              <a:avLst/>
              <a:gdLst/>
              <a:ahLst/>
              <a:cxnLst/>
              <a:rect l="l" t="t" r="r" b="b"/>
              <a:pathLst>
                <a:path w="952500" h="928370">
                  <a:moveTo>
                    <a:pt x="476250" y="0"/>
                  </a:moveTo>
                  <a:lnTo>
                    <a:pt x="427555" y="2395"/>
                  </a:lnTo>
                  <a:lnTo>
                    <a:pt x="380267" y="9428"/>
                  </a:lnTo>
                  <a:lnTo>
                    <a:pt x="334626" y="20863"/>
                  </a:lnTo>
                  <a:lnTo>
                    <a:pt x="290870" y="36468"/>
                  </a:lnTo>
                  <a:lnTo>
                    <a:pt x="249239" y="56010"/>
                  </a:lnTo>
                  <a:lnTo>
                    <a:pt x="209972" y="79255"/>
                  </a:lnTo>
                  <a:lnTo>
                    <a:pt x="173309" y="105970"/>
                  </a:lnTo>
                  <a:lnTo>
                    <a:pt x="139488" y="135921"/>
                  </a:lnTo>
                  <a:lnTo>
                    <a:pt x="108751" y="168876"/>
                  </a:lnTo>
                  <a:lnTo>
                    <a:pt x="81334" y="204601"/>
                  </a:lnTo>
                  <a:lnTo>
                    <a:pt x="57479" y="242863"/>
                  </a:lnTo>
                  <a:lnTo>
                    <a:pt x="37425" y="283428"/>
                  </a:lnTo>
                  <a:lnTo>
                    <a:pt x="21410" y="326063"/>
                  </a:lnTo>
                  <a:lnTo>
                    <a:pt x="9675" y="370535"/>
                  </a:lnTo>
                  <a:lnTo>
                    <a:pt x="2458" y="416611"/>
                  </a:lnTo>
                  <a:lnTo>
                    <a:pt x="0" y="464057"/>
                  </a:lnTo>
                  <a:lnTo>
                    <a:pt x="2458" y="511504"/>
                  </a:lnTo>
                  <a:lnTo>
                    <a:pt x="9675" y="557580"/>
                  </a:lnTo>
                  <a:lnTo>
                    <a:pt x="21410" y="602052"/>
                  </a:lnTo>
                  <a:lnTo>
                    <a:pt x="37425" y="644687"/>
                  </a:lnTo>
                  <a:lnTo>
                    <a:pt x="57479" y="685252"/>
                  </a:lnTo>
                  <a:lnTo>
                    <a:pt x="81334" y="723514"/>
                  </a:lnTo>
                  <a:lnTo>
                    <a:pt x="108751" y="759239"/>
                  </a:lnTo>
                  <a:lnTo>
                    <a:pt x="139488" y="792194"/>
                  </a:lnTo>
                  <a:lnTo>
                    <a:pt x="173309" y="822145"/>
                  </a:lnTo>
                  <a:lnTo>
                    <a:pt x="209972" y="848860"/>
                  </a:lnTo>
                  <a:lnTo>
                    <a:pt x="249239" y="872105"/>
                  </a:lnTo>
                  <a:lnTo>
                    <a:pt x="290870" y="891647"/>
                  </a:lnTo>
                  <a:lnTo>
                    <a:pt x="334626" y="907252"/>
                  </a:lnTo>
                  <a:lnTo>
                    <a:pt x="380267" y="918687"/>
                  </a:lnTo>
                  <a:lnTo>
                    <a:pt x="427555" y="925720"/>
                  </a:lnTo>
                  <a:lnTo>
                    <a:pt x="476250" y="928116"/>
                  </a:lnTo>
                  <a:lnTo>
                    <a:pt x="524942" y="925720"/>
                  </a:lnTo>
                  <a:lnTo>
                    <a:pt x="572228" y="918687"/>
                  </a:lnTo>
                  <a:lnTo>
                    <a:pt x="617868" y="907252"/>
                  </a:lnTo>
                  <a:lnTo>
                    <a:pt x="661624" y="891647"/>
                  </a:lnTo>
                  <a:lnTo>
                    <a:pt x="703255" y="872105"/>
                  </a:lnTo>
                  <a:lnTo>
                    <a:pt x="742522" y="848860"/>
                  </a:lnTo>
                  <a:lnTo>
                    <a:pt x="779185" y="822145"/>
                  </a:lnTo>
                  <a:lnTo>
                    <a:pt x="813006" y="792194"/>
                  </a:lnTo>
                  <a:lnTo>
                    <a:pt x="843744" y="759239"/>
                  </a:lnTo>
                  <a:lnTo>
                    <a:pt x="871161" y="723514"/>
                  </a:lnTo>
                  <a:lnTo>
                    <a:pt x="895017" y="685252"/>
                  </a:lnTo>
                  <a:lnTo>
                    <a:pt x="915072" y="644687"/>
                  </a:lnTo>
                  <a:lnTo>
                    <a:pt x="931088" y="602052"/>
                  </a:lnTo>
                  <a:lnTo>
                    <a:pt x="942823" y="557580"/>
                  </a:lnTo>
                  <a:lnTo>
                    <a:pt x="950041" y="511504"/>
                  </a:lnTo>
                  <a:lnTo>
                    <a:pt x="952500" y="464057"/>
                  </a:lnTo>
                  <a:lnTo>
                    <a:pt x="950041" y="416611"/>
                  </a:lnTo>
                  <a:lnTo>
                    <a:pt x="942823" y="370535"/>
                  </a:lnTo>
                  <a:lnTo>
                    <a:pt x="931088" y="326063"/>
                  </a:lnTo>
                  <a:lnTo>
                    <a:pt x="915072" y="283428"/>
                  </a:lnTo>
                  <a:lnTo>
                    <a:pt x="895017" y="242863"/>
                  </a:lnTo>
                  <a:lnTo>
                    <a:pt x="871161" y="204601"/>
                  </a:lnTo>
                  <a:lnTo>
                    <a:pt x="843744" y="168876"/>
                  </a:lnTo>
                  <a:lnTo>
                    <a:pt x="813006" y="135921"/>
                  </a:lnTo>
                  <a:lnTo>
                    <a:pt x="779185" y="105970"/>
                  </a:lnTo>
                  <a:lnTo>
                    <a:pt x="742522" y="79255"/>
                  </a:lnTo>
                  <a:lnTo>
                    <a:pt x="703255" y="56010"/>
                  </a:lnTo>
                  <a:lnTo>
                    <a:pt x="661624" y="36468"/>
                  </a:lnTo>
                  <a:lnTo>
                    <a:pt x="617868" y="20863"/>
                  </a:lnTo>
                  <a:lnTo>
                    <a:pt x="572228" y="9428"/>
                  </a:lnTo>
                  <a:lnTo>
                    <a:pt x="524942" y="2395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B3DFE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object 39"/>
            <p:cNvSpPr/>
            <p:nvPr/>
          </p:nvSpPr>
          <p:spPr>
            <a:xfrm>
              <a:off x="842010" y="2647950"/>
              <a:ext cx="952500" cy="928369"/>
            </a:xfrm>
            <a:custGeom>
              <a:avLst/>
              <a:gdLst/>
              <a:ahLst/>
              <a:cxnLst/>
              <a:rect l="l" t="t" r="r" b="b"/>
              <a:pathLst>
                <a:path w="952500" h="928370">
                  <a:moveTo>
                    <a:pt x="0" y="464057"/>
                  </a:moveTo>
                  <a:lnTo>
                    <a:pt x="2458" y="416611"/>
                  </a:lnTo>
                  <a:lnTo>
                    <a:pt x="9675" y="370535"/>
                  </a:lnTo>
                  <a:lnTo>
                    <a:pt x="21410" y="326063"/>
                  </a:lnTo>
                  <a:lnTo>
                    <a:pt x="37425" y="283428"/>
                  </a:lnTo>
                  <a:lnTo>
                    <a:pt x="57479" y="242863"/>
                  </a:lnTo>
                  <a:lnTo>
                    <a:pt x="81334" y="204601"/>
                  </a:lnTo>
                  <a:lnTo>
                    <a:pt x="108751" y="168876"/>
                  </a:lnTo>
                  <a:lnTo>
                    <a:pt x="139488" y="135921"/>
                  </a:lnTo>
                  <a:lnTo>
                    <a:pt x="173309" y="105970"/>
                  </a:lnTo>
                  <a:lnTo>
                    <a:pt x="209972" y="79255"/>
                  </a:lnTo>
                  <a:lnTo>
                    <a:pt x="249239" y="56010"/>
                  </a:lnTo>
                  <a:lnTo>
                    <a:pt x="290870" y="36468"/>
                  </a:lnTo>
                  <a:lnTo>
                    <a:pt x="334626" y="20863"/>
                  </a:lnTo>
                  <a:lnTo>
                    <a:pt x="380267" y="9428"/>
                  </a:lnTo>
                  <a:lnTo>
                    <a:pt x="427555" y="2395"/>
                  </a:lnTo>
                  <a:lnTo>
                    <a:pt x="476250" y="0"/>
                  </a:lnTo>
                  <a:lnTo>
                    <a:pt x="524942" y="2395"/>
                  </a:lnTo>
                  <a:lnTo>
                    <a:pt x="572228" y="9428"/>
                  </a:lnTo>
                  <a:lnTo>
                    <a:pt x="617868" y="20863"/>
                  </a:lnTo>
                  <a:lnTo>
                    <a:pt x="661624" y="36468"/>
                  </a:lnTo>
                  <a:lnTo>
                    <a:pt x="703255" y="56010"/>
                  </a:lnTo>
                  <a:lnTo>
                    <a:pt x="742522" y="79255"/>
                  </a:lnTo>
                  <a:lnTo>
                    <a:pt x="779185" y="105970"/>
                  </a:lnTo>
                  <a:lnTo>
                    <a:pt x="813006" y="135921"/>
                  </a:lnTo>
                  <a:lnTo>
                    <a:pt x="843744" y="168876"/>
                  </a:lnTo>
                  <a:lnTo>
                    <a:pt x="871161" y="204601"/>
                  </a:lnTo>
                  <a:lnTo>
                    <a:pt x="895017" y="242863"/>
                  </a:lnTo>
                  <a:lnTo>
                    <a:pt x="915072" y="283428"/>
                  </a:lnTo>
                  <a:lnTo>
                    <a:pt x="931088" y="326063"/>
                  </a:lnTo>
                  <a:lnTo>
                    <a:pt x="942823" y="370535"/>
                  </a:lnTo>
                  <a:lnTo>
                    <a:pt x="950041" y="416611"/>
                  </a:lnTo>
                  <a:lnTo>
                    <a:pt x="952500" y="464057"/>
                  </a:lnTo>
                  <a:lnTo>
                    <a:pt x="950041" y="511504"/>
                  </a:lnTo>
                  <a:lnTo>
                    <a:pt x="942823" y="557580"/>
                  </a:lnTo>
                  <a:lnTo>
                    <a:pt x="931088" y="602052"/>
                  </a:lnTo>
                  <a:lnTo>
                    <a:pt x="915072" y="644687"/>
                  </a:lnTo>
                  <a:lnTo>
                    <a:pt x="895017" y="685252"/>
                  </a:lnTo>
                  <a:lnTo>
                    <a:pt x="871161" y="723514"/>
                  </a:lnTo>
                  <a:lnTo>
                    <a:pt x="843744" y="759239"/>
                  </a:lnTo>
                  <a:lnTo>
                    <a:pt x="813006" y="792194"/>
                  </a:lnTo>
                  <a:lnTo>
                    <a:pt x="779185" y="822145"/>
                  </a:lnTo>
                  <a:lnTo>
                    <a:pt x="742522" y="848860"/>
                  </a:lnTo>
                  <a:lnTo>
                    <a:pt x="703255" y="872105"/>
                  </a:lnTo>
                  <a:lnTo>
                    <a:pt x="661624" y="891647"/>
                  </a:lnTo>
                  <a:lnTo>
                    <a:pt x="617868" y="907252"/>
                  </a:lnTo>
                  <a:lnTo>
                    <a:pt x="572228" y="918687"/>
                  </a:lnTo>
                  <a:lnTo>
                    <a:pt x="524942" y="925720"/>
                  </a:lnTo>
                  <a:lnTo>
                    <a:pt x="476250" y="928116"/>
                  </a:lnTo>
                  <a:lnTo>
                    <a:pt x="427555" y="925720"/>
                  </a:lnTo>
                  <a:lnTo>
                    <a:pt x="380267" y="918687"/>
                  </a:lnTo>
                  <a:lnTo>
                    <a:pt x="334626" y="907252"/>
                  </a:lnTo>
                  <a:lnTo>
                    <a:pt x="290870" y="891647"/>
                  </a:lnTo>
                  <a:lnTo>
                    <a:pt x="249239" y="872105"/>
                  </a:lnTo>
                  <a:lnTo>
                    <a:pt x="209972" y="848860"/>
                  </a:lnTo>
                  <a:lnTo>
                    <a:pt x="173309" y="822145"/>
                  </a:lnTo>
                  <a:lnTo>
                    <a:pt x="139488" y="792194"/>
                  </a:lnTo>
                  <a:lnTo>
                    <a:pt x="108751" y="759239"/>
                  </a:lnTo>
                  <a:lnTo>
                    <a:pt x="81334" y="723514"/>
                  </a:lnTo>
                  <a:lnTo>
                    <a:pt x="57479" y="685252"/>
                  </a:lnTo>
                  <a:lnTo>
                    <a:pt x="37425" y="644687"/>
                  </a:lnTo>
                  <a:lnTo>
                    <a:pt x="21410" y="602052"/>
                  </a:lnTo>
                  <a:lnTo>
                    <a:pt x="9675" y="557580"/>
                  </a:lnTo>
                  <a:lnTo>
                    <a:pt x="2458" y="511504"/>
                  </a:lnTo>
                  <a:lnTo>
                    <a:pt x="0" y="464057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477784" y="3497606"/>
            <a:ext cx="377113" cy="565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171717"/>
                </a:solidFill>
                <a:latin typeface="Arial"/>
                <a:cs typeface="Arial"/>
              </a:rPr>
              <a:t>2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982978" y="2601831"/>
            <a:ext cx="952500" cy="929640"/>
          </a:xfrm>
          <a:custGeom>
            <a:avLst/>
            <a:gdLst/>
            <a:ahLst/>
            <a:cxnLst/>
            <a:rect l="l" t="t" r="r" b="b"/>
            <a:pathLst>
              <a:path w="952500" h="929639">
                <a:moveTo>
                  <a:pt x="0" y="464820"/>
                </a:moveTo>
                <a:lnTo>
                  <a:pt x="2458" y="417302"/>
                </a:lnTo>
                <a:lnTo>
                  <a:pt x="9675" y="371155"/>
                </a:lnTo>
                <a:lnTo>
                  <a:pt x="21410" y="326613"/>
                </a:lnTo>
                <a:lnTo>
                  <a:pt x="37425" y="283910"/>
                </a:lnTo>
                <a:lnTo>
                  <a:pt x="57479" y="243279"/>
                </a:lnTo>
                <a:lnTo>
                  <a:pt x="81334" y="204954"/>
                </a:lnTo>
                <a:lnTo>
                  <a:pt x="108751" y="169170"/>
                </a:lnTo>
                <a:lnTo>
                  <a:pt x="139488" y="136159"/>
                </a:lnTo>
                <a:lnTo>
                  <a:pt x="173309" y="106157"/>
                </a:lnTo>
                <a:lnTo>
                  <a:pt x="209972" y="79396"/>
                </a:lnTo>
                <a:lnTo>
                  <a:pt x="249239" y="56110"/>
                </a:lnTo>
                <a:lnTo>
                  <a:pt x="290870" y="36534"/>
                </a:lnTo>
                <a:lnTo>
                  <a:pt x="334626" y="20901"/>
                </a:lnTo>
                <a:lnTo>
                  <a:pt x="380267" y="9445"/>
                </a:lnTo>
                <a:lnTo>
                  <a:pt x="427555" y="2400"/>
                </a:lnTo>
                <a:lnTo>
                  <a:pt x="476250" y="0"/>
                </a:lnTo>
                <a:lnTo>
                  <a:pt x="524942" y="2400"/>
                </a:lnTo>
                <a:lnTo>
                  <a:pt x="572228" y="9445"/>
                </a:lnTo>
                <a:lnTo>
                  <a:pt x="617868" y="20901"/>
                </a:lnTo>
                <a:lnTo>
                  <a:pt x="661624" y="36534"/>
                </a:lnTo>
                <a:lnTo>
                  <a:pt x="703255" y="56110"/>
                </a:lnTo>
                <a:lnTo>
                  <a:pt x="742522" y="79396"/>
                </a:lnTo>
                <a:lnTo>
                  <a:pt x="779185" y="106157"/>
                </a:lnTo>
                <a:lnTo>
                  <a:pt x="813006" y="136159"/>
                </a:lnTo>
                <a:lnTo>
                  <a:pt x="843744" y="169170"/>
                </a:lnTo>
                <a:lnTo>
                  <a:pt x="871161" y="204954"/>
                </a:lnTo>
                <a:lnTo>
                  <a:pt x="895017" y="243279"/>
                </a:lnTo>
                <a:lnTo>
                  <a:pt x="915072" y="283910"/>
                </a:lnTo>
                <a:lnTo>
                  <a:pt x="931088" y="326613"/>
                </a:lnTo>
                <a:lnTo>
                  <a:pt x="942823" y="371155"/>
                </a:lnTo>
                <a:lnTo>
                  <a:pt x="950041" y="417302"/>
                </a:lnTo>
                <a:lnTo>
                  <a:pt x="952500" y="464820"/>
                </a:lnTo>
                <a:lnTo>
                  <a:pt x="950041" y="512345"/>
                </a:lnTo>
                <a:lnTo>
                  <a:pt x="942823" y="558498"/>
                </a:lnTo>
                <a:lnTo>
                  <a:pt x="931088" y="603045"/>
                </a:lnTo>
                <a:lnTo>
                  <a:pt x="915072" y="645750"/>
                </a:lnTo>
                <a:lnTo>
                  <a:pt x="895017" y="686382"/>
                </a:lnTo>
                <a:lnTo>
                  <a:pt x="871161" y="724707"/>
                </a:lnTo>
                <a:lnTo>
                  <a:pt x="843744" y="760490"/>
                </a:lnTo>
                <a:lnTo>
                  <a:pt x="813006" y="793499"/>
                </a:lnTo>
                <a:lnTo>
                  <a:pt x="779185" y="823499"/>
                </a:lnTo>
                <a:lnTo>
                  <a:pt x="742522" y="850257"/>
                </a:lnTo>
                <a:lnTo>
                  <a:pt x="703255" y="873539"/>
                </a:lnTo>
                <a:lnTo>
                  <a:pt x="661624" y="893112"/>
                </a:lnTo>
                <a:lnTo>
                  <a:pt x="617868" y="908743"/>
                </a:lnTo>
                <a:lnTo>
                  <a:pt x="572228" y="920196"/>
                </a:lnTo>
                <a:lnTo>
                  <a:pt x="524942" y="927240"/>
                </a:lnTo>
                <a:lnTo>
                  <a:pt x="476250" y="929640"/>
                </a:lnTo>
                <a:lnTo>
                  <a:pt x="427555" y="927240"/>
                </a:lnTo>
                <a:lnTo>
                  <a:pt x="380267" y="920196"/>
                </a:lnTo>
                <a:lnTo>
                  <a:pt x="334626" y="908743"/>
                </a:lnTo>
                <a:lnTo>
                  <a:pt x="290870" y="893112"/>
                </a:lnTo>
                <a:lnTo>
                  <a:pt x="249239" y="873539"/>
                </a:lnTo>
                <a:lnTo>
                  <a:pt x="209972" y="850257"/>
                </a:lnTo>
                <a:lnTo>
                  <a:pt x="173309" y="823499"/>
                </a:lnTo>
                <a:lnTo>
                  <a:pt x="139488" y="793499"/>
                </a:lnTo>
                <a:lnTo>
                  <a:pt x="108751" y="760490"/>
                </a:lnTo>
                <a:lnTo>
                  <a:pt x="81334" y="724707"/>
                </a:lnTo>
                <a:lnTo>
                  <a:pt x="57479" y="686382"/>
                </a:lnTo>
                <a:lnTo>
                  <a:pt x="37425" y="645750"/>
                </a:lnTo>
                <a:lnTo>
                  <a:pt x="21410" y="603045"/>
                </a:lnTo>
                <a:lnTo>
                  <a:pt x="9675" y="558498"/>
                </a:lnTo>
                <a:lnTo>
                  <a:pt x="2458" y="512345"/>
                </a:lnTo>
                <a:lnTo>
                  <a:pt x="0" y="464820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29">
            <a:extLst>
              <a:ext uri="{FF2B5EF4-FFF2-40B4-BE49-F238E27FC236}">
                <a16:creationId xmlns:a16="http://schemas.microsoft.com/office/drawing/2014/main" id="{29ABA510-728C-8520-2A62-2A9E672AEB3B}"/>
              </a:ext>
            </a:extLst>
          </p:cNvPr>
          <p:cNvSpPr/>
          <p:nvPr/>
        </p:nvSpPr>
        <p:spPr>
          <a:xfrm>
            <a:off x="3092054" y="2812109"/>
            <a:ext cx="4139565" cy="565784"/>
          </a:xfrm>
          <a:custGeom>
            <a:avLst/>
            <a:gdLst/>
            <a:ahLst/>
            <a:cxnLst/>
            <a:rect l="l" t="t" r="r" b="b"/>
            <a:pathLst>
              <a:path w="4139565" h="883920">
                <a:moveTo>
                  <a:pt x="3991864" y="0"/>
                </a:moveTo>
                <a:lnTo>
                  <a:pt x="147319" y="0"/>
                </a:lnTo>
                <a:lnTo>
                  <a:pt x="100738" y="7506"/>
                </a:lnTo>
                <a:lnTo>
                  <a:pt x="60295" y="28411"/>
                </a:lnTo>
                <a:lnTo>
                  <a:pt x="28411" y="60295"/>
                </a:lnTo>
                <a:lnTo>
                  <a:pt x="7506" y="100738"/>
                </a:lnTo>
                <a:lnTo>
                  <a:pt x="0" y="147320"/>
                </a:lnTo>
                <a:lnTo>
                  <a:pt x="0" y="736600"/>
                </a:lnTo>
                <a:lnTo>
                  <a:pt x="7506" y="783181"/>
                </a:lnTo>
                <a:lnTo>
                  <a:pt x="28411" y="823624"/>
                </a:lnTo>
                <a:lnTo>
                  <a:pt x="60295" y="855508"/>
                </a:lnTo>
                <a:lnTo>
                  <a:pt x="100738" y="876413"/>
                </a:lnTo>
                <a:lnTo>
                  <a:pt x="147319" y="883920"/>
                </a:lnTo>
                <a:lnTo>
                  <a:pt x="3991864" y="883920"/>
                </a:lnTo>
                <a:lnTo>
                  <a:pt x="4038445" y="876413"/>
                </a:lnTo>
                <a:lnTo>
                  <a:pt x="4078888" y="855508"/>
                </a:lnTo>
                <a:lnTo>
                  <a:pt x="4110772" y="823624"/>
                </a:lnTo>
                <a:lnTo>
                  <a:pt x="4131677" y="783181"/>
                </a:lnTo>
                <a:lnTo>
                  <a:pt x="4139184" y="736600"/>
                </a:lnTo>
                <a:lnTo>
                  <a:pt x="4139184" y="147320"/>
                </a:lnTo>
                <a:lnTo>
                  <a:pt x="4131677" y="100738"/>
                </a:lnTo>
                <a:lnTo>
                  <a:pt x="4110772" y="60295"/>
                </a:lnTo>
                <a:lnTo>
                  <a:pt x="4078888" y="28411"/>
                </a:lnTo>
                <a:lnTo>
                  <a:pt x="4038445" y="7506"/>
                </a:lnTo>
                <a:lnTo>
                  <a:pt x="3991864" y="0"/>
                </a:lnTo>
                <a:close/>
              </a:path>
            </a:pathLst>
          </a:custGeom>
          <a:solidFill>
            <a:srgbClr val="E6F4F8"/>
          </a:solidFill>
        </p:spPr>
        <p:txBody>
          <a:bodyPr wrap="square" lIns="0" tIns="0" rIns="0" bIns="0" rtlCol="0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 err="1"/>
              <a:t>Ajmaeen</a:t>
            </a:r>
            <a:r>
              <a:rPr lang="en-US" b="1" dirty="0"/>
              <a:t> Abid</a:t>
            </a:r>
            <a:endParaRPr lang="en-US" dirty="0">
              <a:effectLst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effectLst/>
              </a:rPr>
              <a:t>ID: 2023-1-60-175</a:t>
            </a:r>
            <a:endParaRPr lang="en-US" dirty="0">
              <a:effectLst/>
            </a:endParaRP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18" name="object 38">
            <a:extLst>
              <a:ext uri="{FF2B5EF4-FFF2-40B4-BE49-F238E27FC236}">
                <a16:creationId xmlns:a16="http://schemas.microsoft.com/office/drawing/2014/main" id="{EF87E4B4-54DD-7373-AA0D-484366A1281A}"/>
              </a:ext>
            </a:extLst>
          </p:cNvPr>
          <p:cNvSpPr/>
          <p:nvPr/>
        </p:nvSpPr>
        <p:spPr>
          <a:xfrm>
            <a:off x="2321351" y="2799356"/>
            <a:ext cx="621130" cy="574041"/>
          </a:xfrm>
          <a:custGeom>
            <a:avLst/>
            <a:gdLst/>
            <a:ahLst/>
            <a:cxnLst/>
            <a:rect l="l" t="t" r="r" b="b"/>
            <a:pathLst>
              <a:path w="952500" h="928370">
                <a:moveTo>
                  <a:pt x="476250" y="0"/>
                </a:moveTo>
                <a:lnTo>
                  <a:pt x="427555" y="2395"/>
                </a:lnTo>
                <a:lnTo>
                  <a:pt x="380267" y="9428"/>
                </a:lnTo>
                <a:lnTo>
                  <a:pt x="334626" y="20863"/>
                </a:lnTo>
                <a:lnTo>
                  <a:pt x="290870" y="36468"/>
                </a:lnTo>
                <a:lnTo>
                  <a:pt x="249239" y="56010"/>
                </a:lnTo>
                <a:lnTo>
                  <a:pt x="209972" y="79255"/>
                </a:lnTo>
                <a:lnTo>
                  <a:pt x="173309" y="105970"/>
                </a:lnTo>
                <a:lnTo>
                  <a:pt x="139488" y="135921"/>
                </a:lnTo>
                <a:lnTo>
                  <a:pt x="108751" y="168876"/>
                </a:lnTo>
                <a:lnTo>
                  <a:pt x="81334" y="204601"/>
                </a:lnTo>
                <a:lnTo>
                  <a:pt x="57479" y="242863"/>
                </a:lnTo>
                <a:lnTo>
                  <a:pt x="37425" y="283428"/>
                </a:lnTo>
                <a:lnTo>
                  <a:pt x="21410" y="326063"/>
                </a:lnTo>
                <a:lnTo>
                  <a:pt x="9675" y="370535"/>
                </a:lnTo>
                <a:lnTo>
                  <a:pt x="2458" y="416611"/>
                </a:lnTo>
                <a:lnTo>
                  <a:pt x="0" y="464057"/>
                </a:lnTo>
                <a:lnTo>
                  <a:pt x="2458" y="511504"/>
                </a:lnTo>
                <a:lnTo>
                  <a:pt x="9675" y="557580"/>
                </a:lnTo>
                <a:lnTo>
                  <a:pt x="21410" y="602052"/>
                </a:lnTo>
                <a:lnTo>
                  <a:pt x="37425" y="644687"/>
                </a:lnTo>
                <a:lnTo>
                  <a:pt x="57479" y="685252"/>
                </a:lnTo>
                <a:lnTo>
                  <a:pt x="81334" y="723514"/>
                </a:lnTo>
                <a:lnTo>
                  <a:pt x="108751" y="759239"/>
                </a:lnTo>
                <a:lnTo>
                  <a:pt x="139488" y="792194"/>
                </a:lnTo>
                <a:lnTo>
                  <a:pt x="173309" y="822145"/>
                </a:lnTo>
                <a:lnTo>
                  <a:pt x="209972" y="848860"/>
                </a:lnTo>
                <a:lnTo>
                  <a:pt x="249239" y="872105"/>
                </a:lnTo>
                <a:lnTo>
                  <a:pt x="290870" y="891647"/>
                </a:lnTo>
                <a:lnTo>
                  <a:pt x="334626" y="907252"/>
                </a:lnTo>
                <a:lnTo>
                  <a:pt x="380267" y="918687"/>
                </a:lnTo>
                <a:lnTo>
                  <a:pt x="427555" y="925720"/>
                </a:lnTo>
                <a:lnTo>
                  <a:pt x="476250" y="928116"/>
                </a:lnTo>
                <a:lnTo>
                  <a:pt x="524942" y="925720"/>
                </a:lnTo>
                <a:lnTo>
                  <a:pt x="572228" y="918687"/>
                </a:lnTo>
                <a:lnTo>
                  <a:pt x="617868" y="907252"/>
                </a:lnTo>
                <a:lnTo>
                  <a:pt x="661624" y="891647"/>
                </a:lnTo>
                <a:lnTo>
                  <a:pt x="703255" y="872105"/>
                </a:lnTo>
                <a:lnTo>
                  <a:pt x="742522" y="848860"/>
                </a:lnTo>
                <a:lnTo>
                  <a:pt x="779185" y="822145"/>
                </a:lnTo>
                <a:lnTo>
                  <a:pt x="813006" y="792194"/>
                </a:lnTo>
                <a:lnTo>
                  <a:pt x="843744" y="759239"/>
                </a:lnTo>
                <a:lnTo>
                  <a:pt x="871161" y="723514"/>
                </a:lnTo>
                <a:lnTo>
                  <a:pt x="895017" y="685252"/>
                </a:lnTo>
                <a:lnTo>
                  <a:pt x="915072" y="644687"/>
                </a:lnTo>
                <a:lnTo>
                  <a:pt x="931088" y="602052"/>
                </a:lnTo>
                <a:lnTo>
                  <a:pt x="942823" y="557580"/>
                </a:lnTo>
                <a:lnTo>
                  <a:pt x="950041" y="511504"/>
                </a:lnTo>
                <a:lnTo>
                  <a:pt x="952500" y="464057"/>
                </a:lnTo>
                <a:lnTo>
                  <a:pt x="950041" y="416611"/>
                </a:lnTo>
                <a:lnTo>
                  <a:pt x="942823" y="370535"/>
                </a:lnTo>
                <a:lnTo>
                  <a:pt x="931088" y="326063"/>
                </a:lnTo>
                <a:lnTo>
                  <a:pt x="915072" y="283428"/>
                </a:lnTo>
                <a:lnTo>
                  <a:pt x="895017" y="242863"/>
                </a:lnTo>
                <a:lnTo>
                  <a:pt x="871161" y="204601"/>
                </a:lnTo>
                <a:lnTo>
                  <a:pt x="843744" y="168876"/>
                </a:lnTo>
                <a:lnTo>
                  <a:pt x="813006" y="135921"/>
                </a:lnTo>
                <a:lnTo>
                  <a:pt x="779185" y="105970"/>
                </a:lnTo>
                <a:lnTo>
                  <a:pt x="742522" y="79255"/>
                </a:lnTo>
                <a:lnTo>
                  <a:pt x="703255" y="56010"/>
                </a:lnTo>
                <a:lnTo>
                  <a:pt x="661624" y="36468"/>
                </a:lnTo>
                <a:lnTo>
                  <a:pt x="617868" y="20863"/>
                </a:lnTo>
                <a:lnTo>
                  <a:pt x="572228" y="9428"/>
                </a:lnTo>
                <a:lnTo>
                  <a:pt x="524942" y="2395"/>
                </a:lnTo>
                <a:lnTo>
                  <a:pt x="476250" y="0"/>
                </a:lnTo>
                <a:close/>
              </a:path>
            </a:pathLst>
          </a:custGeom>
          <a:solidFill>
            <a:srgbClr val="B3DFE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36">
            <a:extLst>
              <a:ext uri="{FF2B5EF4-FFF2-40B4-BE49-F238E27FC236}">
                <a16:creationId xmlns:a16="http://schemas.microsoft.com/office/drawing/2014/main" id="{BC6CA9DA-549B-1156-E5C2-AD74D33D11B8}"/>
              </a:ext>
            </a:extLst>
          </p:cNvPr>
          <p:cNvSpPr txBox="1"/>
          <p:nvPr/>
        </p:nvSpPr>
        <p:spPr>
          <a:xfrm>
            <a:off x="2475003" y="2799356"/>
            <a:ext cx="296835" cy="5657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171717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C2C911-767F-32F4-C337-503F0CCE9D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7591" y="4235968"/>
            <a:ext cx="628650" cy="5715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4262615-114E-71E2-2E92-3D83D3B4CC0C}"/>
              </a:ext>
            </a:extLst>
          </p:cNvPr>
          <p:cNvSpPr txBox="1"/>
          <p:nvPr/>
        </p:nvSpPr>
        <p:spPr>
          <a:xfrm>
            <a:off x="2401236" y="4175530"/>
            <a:ext cx="461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spc="-5" dirty="0">
                <a:solidFill>
                  <a:srgbClr val="171717"/>
                </a:solidFill>
                <a:latin typeface="Arial"/>
                <a:cs typeface="Arial"/>
              </a:rPr>
              <a:t>3</a:t>
            </a:r>
            <a:endParaRPr lang="en-US" sz="3600" dirty="0">
              <a:latin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86E7E5-8C15-68D1-9673-4A6CD17B55FA}"/>
              </a:ext>
            </a:extLst>
          </p:cNvPr>
          <p:cNvSpPr txBox="1"/>
          <p:nvPr/>
        </p:nvSpPr>
        <p:spPr>
          <a:xfrm>
            <a:off x="2606921" y="807217"/>
            <a:ext cx="4229100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2400"/>
              </a:spcBef>
            </a:pPr>
            <a:r>
              <a:rPr lang="en-US" sz="2800" b="1" u="sng" kern="0" dirty="0">
                <a:solidFill>
                  <a:srgbClr val="365F91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Insurance Charges Analysis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4EDD5E-60EF-53B4-0E2D-6D2E2A01AE23}"/>
              </a:ext>
            </a:extLst>
          </p:cNvPr>
          <p:cNvSpPr txBox="1"/>
          <p:nvPr/>
        </p:nvSpPr>
        <p:spPr>
          <a:xfrm>
            <a:off x="3276595" y="1809750"/>
            <a:ext cx="259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spc="-10" dirty="0">
                <a:solidFill>
                  <a:srgbClr val="171717"/>
                </a:solidFill>
                <a:latin typeface="Arial"/>
                <a:cs typeface="Arial"/>
              </a:rPr>
              <a:t>Section - 3 (Group - 2)</a:t>
            </a: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/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/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607415" y="688543"/>
            <a:ext cx="764885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spc="110" dirty="0">
                <a:solidFill>
                  <a:srgbClr val="1E4667"/>
                </a:solidFill>
              </a:rPr>
              <a:t>Insurance Charges Analysis</a:t>
            </a:r>
            <a:endParaRPr lang="en-US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FCA4E8-1D66-AFF5-E15E-88C9473EEA33}"/>
              </a:ext>
            </a:extLst>
          </p:cNvPr>
          <p:cNvSpPr txBox="1"/>
          <p:nvPr/>
        </p:nvSpPr>
        <p:spPr>
          <a:xfrm>
            <a:off x="635507" y="1222323"/>
            <a:ext cx="8033005" cy="125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ntroduction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 (quantity = 2) – insurance medical cost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Model – Linear Regression Model for continuous value. </a:t>
            </a:r>
            <a:endParaRPr lang="en-US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6F0278-8E38-0B8C-DC5B-BFDBB72BE04A}"/>
              </a:ext>
            </a:extLst>
          </p:cNvPr>
          <p:cNvSpPr txBox="1"/>
          <p:nvPr/>
        </p:nvSpPr>
        <p:spPr>
          <a:xfrm>
            <a:off x="635507" y="2686511"/>
            <a:ext cx="7780020" cy="1573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Description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 1: filename `insurance.csv` — rows: 1338, columns: 7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 2: filename `insurance_uncleaned_realistic.csv` — rows: 1338, columns: 10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/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/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D53D67D-61ED-0B04-98B4-DE291A3C36D0}"/>
              </a:ext>
            </a:extLst>
          </p:cNvPr>
          <p:cNvSpPr txBox="1"/>
          <p:nvPr/>
        </p:nvSpPr>
        <p:spPr>
          <a:xfrm>
            <a:off x="632462" y="668801"/>
            <a:ext cx="7292338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Key features </a:t>
            </a:r>
          </a:p>
          <a:p>
            <a:pPr marL="0" marR="0">
              <a:lnSpc>
                <a:spcPct val="115000"/>
              </a:lnSpc>
              <a:spcBef>
                <a:spcPts val="1000"/>
              </a:spcBef>
            </a:pPr>
            <a:endParaRPr lang="en-US" sz="18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2C3C4C9-1884-1505-A330-2C648FC667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510810"/>
              </p:ext>
            </p:extLst>
          </p:nvPr>
        </p:nvGraphicFramePr>
        <p:xfrm>
          <a:off x="501394" y="1344295"/>
          <a:ext cx="8010144" cy="38102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05072">
                  <a:extLst>
                    <a:ext uri="{9D8B030D-6E8A-4147-A177-3AD203B41FA5}">
                      <a16:colId xmlns:a16="http://schemas.microsoft.com/office/drawing/2014/main" val="3877597304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1951786104"/>
                    </a:ext>
                  </a:extLst>
                </a:gridCol>
              </a:tblGrid>
              <a:tr h="16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Dataset 1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Dataset 2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3418700487"/>
                  </a:ext>
                </a:extLst>
              </a:tr>
              <a:tr h="16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age — numeric (years)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age — numeric (years)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3620519011"/>
                  </a:ext>
                </a:extLst>
              </a:tr>
              <a:tr h="16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sex — categorical (male/female)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sex — categorical (male/female)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1705872891"/>
                  </a:ext>
                </a:extLst>
              </a:tr>
              <a:tr h="16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bmi — numeric (body mass index)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bmi — numeric (body mass index)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990197139"/>
                  </a:ext>
                </a:extLst>
              </a:tr>
              <a:tr h="336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children — numeric (number of children)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children — numeric (number of children)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3006374702"/>
                  </a:ext>
                </a:extLst>
              </a:tr>
              <a:tr h="16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smoker — categorical (yes/no)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smoker — categorical (yes/no)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3621559182"/>
                  </a:ext>
                </a:extLst>
              </a:tr>
              <a:tr h="5110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region — categorical (northeast/northwest/southeast/southwest)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region — categorical (northeast/northwest/southeast/southwest)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2594825420"/>
                  </a:ext>
                </a:extLst>
              </a:tr>
              <a:tr h="336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charges — numeric (insurance charges) — target variable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blood_pressure -- numeric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1735643965"/>
                  </a:ext>
                </a:extLst>
              </a:tr>
              <a:tr h="3369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exercise_level – categorical (low/medium/ high)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341537480"/>
                  </a:ext>
                </a:extLst>
              </a:tr>
              <a:tr h="6522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medical_history – categorical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(diabetes/ hypertension/none)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597489132"/>
                  </a:ext>
                </a:extLst>
              </a:tr>
              <a:tr h="6522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charges — numeric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effectLst/>
                        </a:rPr>
                        <a:t>(insurance charges) — target variable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2433" marR="22433" marT="0" marB="0"/>
                </a:tc>
                <a:extLst>
                  <a:ext uri="{0D108BD9-81ED-4DB2-BD59-A6C34878D82A}">
                    <a16:rowId xmlns:a16="http://schemas.microsoft.com/office/drawing/2014/main" val="4176369090"/>
                  </a:ext>
                </a:extLst>
              </a:tr>
            </a:tbl>
          </a:graphicData>
        </a:graphic>
      </p:graphicFrame>
      <p:sp>
        <p:nvSpPr>
          <p:cNvPr id="21" name="Rectangle 1">
            <a:extLst>
              <a:ext uri="{FF2B5EF4-FFF2-40B4-BE49-F238E27FC236}">
                <a16:creationId xmlns:a16="http://schemas.microsoft.com/office/drawing/2014/main" id="{B79EF22D-31D1-DDC3-89E3-398D73CCA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7638" y="20843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4848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/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/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2B67A1B-C836-AB38-8F95-1DDB5DEEB436}"/>
              </a:ext>
            </a:extLst>
          </p:cNvPr>
          <p:cNvSpPr txBox="1"/>
          <p:nvPr/>
        </p:nvSpPr>
        <p:spPr>
          <a:xfrm>
            <a:off x="620287" y="796785"/>
            <a:ext cx="7903426" cy="3020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 Preprocessing</a:t>
            </a:r>
          </a:p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 Dataset 1 – Drop the duplicate values. No Null found.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en-US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For Dataset 2 – Find the null value, missing values are replace by mean, mode. Drop the duplicate values.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endParaRPr lang="en-US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98625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45DA0E-B1A5-5CEA-E08A-D42AE9DA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FE698E3-405A-87FD-1243-BAFBEE3DC51E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9B4F192-BF29-5B8D-AF88-04D5981E0F35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99C8F4-C72E-7283-E352-5A3124EFE66D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78AB4FA-A695-6C1B-5886-5B49EDB73A5C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EF11C0A7-147F-295E-A213-9FB92C6779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78733633-B77C-543C-826C-B7CD8A69C4B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F704F205-85BA-ECB7-54FD-E062BB8EE0E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EFE01702-4AA0-75C9-3CF7-3611FC7E15E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DD7F51A8-B405-818D-C95D-B636EC3E08C8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5AFF5BF-8DF2-DAFC-5D25-45D825B6C6B2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76F8F6A-8FF5-86FD-A4C2-644B44B58F77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821CA19-9F6C-DA1D-08E8-F76B909C53D3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A22219A1-8FD3-CF4B-0556-AA04E528A6D7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993848ED-D625-3F1B-C5AA-579D21CC1DC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641584AC-ED67-7236-F1D3-E94BACC55F4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4D30F212-AD80-9E8B-E693-3E24EF4C64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0A584BF-F6DB-6920-0DA2-52C878CEA706}"/>
              </a:ext>
            </a:extLst>
          </p:cNvPr>
          <p:cNvSpPr txBox="1"/>
          <p:nvPr/>
        </p:nvSpPr>
        <p:spPr>
          <a:xfrm>
            <a:off x="1931017" y="-30750"/>
            <a:ext cx="5379657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Preprocessing summary - Dataset 1 and Dataset 2</a:t>
            </a:r>
            <a:endParaRPr lang="en-US" sz="16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B4CD251-737B-E80D-B4F5-7AFBD0E3B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645294"/>
              </p:ext>
            </p:extLst>
          </p:nvPr>
        </p:nvGraphicFramePr>
        <p:xfrm>
          <a:off x="251459" y="347061"/>
          <a:ext cx="859618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396">
                  <a:extLst>
                    <a:ext uri="{9D8B030D-6E8A-4147-A177-3AD203B41FA5}">
                      <a16:colId xmlns:a16="http://schemas.microsoft.com/office/drawing/2014/main" val="2700537949"/>
                    </a:ext>
                  </a:extLst>
                </a:gridCol>
                <a:gridCol w="2865396">
                  <a:extLst>
                    <a:ext uri="{9D8B030D-6E8A-4147-A177-3AD203B41FA5}">
                      <a16:colId xmlns:a16="http://schemas.microsoft.com/office/drawing/2014/main" val="3614439577"/>
                    </a:ext>
                  </a:extLst>
                </a:gridCol>
                <a:gridCol w="2865396">
                  <a:extLst>
                    <a:ext uri="{9D8B030D-6E8A-4147-A177-3AD203B41FA5}">
                      <a16:colId xmlns:a16="http://schemas.microsoft.com/office/drawing/2014/main" val="4117542043"/>
                    </a:ext>
                  </a:extLst>
                </a:gridCol>
              </a:tblGrid>
              <a:tr h="31552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398072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Initial Rows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1338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86668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Duplicates removed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756130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277780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018595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 err="1"/>
                        <a:t>bmi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05828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children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394801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 smoker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993269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993493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 err="1"/>
                        <a:t>exercise_level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187583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/>
                        <a:t>Charges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330550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 err="1"/>
                        <a:t>medical_history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460892"/>
                  </a:ext>
                </a:extLst>
              </a:tr>
              <a:tr h="315523">
                <a:tc>
                  <a:txBody>
                    <a:bodyPr/>
                    <a:lstStyle/>
                    <a:p>
                      <a:r>
                        <a:rPr lang="en-US" dirty="0" err="1"/>
                        <a:t>Blood_pressure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898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70591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DBB439-FF8A-7698-DAB0-F90404F2A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8A8D6DC-DC40-D20B-CBC6-1D3FDB07CF2E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8E7D35E-07EC-DA67-D29A-29CC1785CC8C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4A5146E-E07A-9617-63A9-96F817476D31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1C0EAD5-9177-3FAD-785F-8374C3064C6A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80A132BE-95CE-D7D7-2861-8E09DA04B1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4E7EB943-D93A-E10D-6CFD-D7515CEDA3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07599461-DBA3-4D85-B95D-53B1F1DA852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B2DAA3B8-CA1B-AF57-CE2C-EFC285DDAD6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3332E03D-8A02-7B83-522A-E3D0B14358F6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6CB4373-EFFC-CE9B-8EBA-1443677E97B4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9693672-8318-3D64-69E9-86A1A1F3D943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6EA7BA5-CEF6-BB61-0E5D-C6BB1B6A19DC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8917BCE4-F907-7981-05D9-7B463F25F735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078B7E4F-B313-FBA1-E6FB-E7D0A48535E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ACA79150-D020-3170-9EC0-AF95474A659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EC8D4F68-7143-3B3F-680D-4A6832962C8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51637A7-2F72-6E13-B259-C474C068D5AA}"/>
              </a:ext>
            </a:extLst>
          </p:cNvPr>
          <p:cNvSpPr txBox="1"/>
          <p:nvPr/>
        </p:nvSpPr>
        <p:spPr>
          <a:xfrm>
            <a:off x="208380" y="1940378"/>
            <a:ext cx="2482559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Exploratory Data Analysis (EDA) Correlation matrix - Dataset 1:</a:t>
            </a:r>
            <a:endParaRPr lang="en-US" sz="20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C6F8B0C-3F0A-B06B-E764-E48613A1A7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5386" y="-37366"/>
            <a:ext cx="6032414" cy="517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3765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7D72CF-F0F1-750A-7C34-AC1FD68B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9A360A5-D321-499F-A53D-9C75B9FAF3FB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E3859EBC-A155-BB2C-03C8-90114282F303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669BFA3-E525-C110-3B12-218E543EFC58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F07EFDC-0558-AD97-BEF8-C08BC9BE7F0E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30780AC7-413D-E121-ABAE-36F4BAF634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6BB8729-14C2-523B-9B87-8CF319295F9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00914ABA-7441-B05E-5AA9-864A1F943ED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1EAD16B1-6B5B-100C-E3E0-4771154EE1F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ED6072A9-5473-67D1-8F3E-224A821EF403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312E687-1BB1-DFEA-63A7-030327D98591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60BFD84-7955-7C33-1171-95D1FBDF4430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0FDD094-F791-B30D-00EE-E6118AAC9AF3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C73D4444-6620-E159-310B-CA82F7A8CFC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C86B5122-81AB-50D8-76A0-0FB9A9AE9020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72975DAE-8AF1-DC7F-DF36-CF0AA010756A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0C9155A8-AFED-CE52-CE9F-FE8636838F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B24F1D1-321E-9068-9AB5-3E18A4038F6E}"/>
              </a:ext>
            </a:extLst>
          </p:cNvPr>
          <p:cNvSpPr txBox="1"/>
          <p:nvPr/>
        </p:nvSpPr>
        <p:spPr>
          <a:xfrm>
            <a:off x="208380" y="1940378"/>
            <a:ext cx="2482559" cy="13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F81BD"/>
                </a:solidFill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Exploratory Data Analysis (EDA) Correlation matrix - Dataset 2:</a:t>
            </a:r>
            <a:endParaRPr lang="en-US" sz="20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BA52E5-A3C0-1BC7-6408-F8345C3660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4821" y="0"/>
            <a:ext cx="69091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5320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6592F2-5CA9-583C-D816-33F7ECAC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27437B7-5573-BA21-422A-38861E560566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4BE4001-9014-13CF-887A-D04C32A01972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9B3F81B-E290-8AFF-AA07-13EB5E4D55C4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0B50C90-4453-0E35-E7B8-A2C6D9A880EB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0363F655-5309-1D0D-84CA-5B67B76503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3B8C5269-77AB-EAEA-D53A-D521A25C38E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E6145711-9915-FD04-AD79-19610705D7F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B98C3048-6182-0E0A-2EA1-DF79E354318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BC3B8509-6BF6-E6A7-3F03-7E464B5DDD24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731C5CF-13DE-BEF5-A05E-AE42BD40431F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60353A3-2393-8DF2-767E-6AD381C63019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F0CC4F5-BFE6-8D92-8ABC-51AFF4BF97DC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79439456-7625-2096-12B1-0D48EE5D6C0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691BF233-4386-5F2D-712A-843F306F437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C99C1886-9C1C-3C50-921F-7C44801D810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5085C948-A4E8-EDBC-150E-F6451173C9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DF3EAD-3686-52FD-5106-AEAFB4519F62}"/>
              </a:ext>
            </a:extLst>
          </p:cNvPr>
          <p:cNvSpPr txBox="1"/>
          <p:nvPr/>
        </p:nvSpPr>
        <p:spPr>
          <a:xfrm>
            <a:off x="630974" y="247512"/>
            <a:ext cx="7903426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Count Plot of Male and Female - Dataset 1 and Dataset 2: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138D96-9C72-5252-2A20-70647CE999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14" y="1120538"/>
            <a:ext cx="4365627" cy="34513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B77B60-7BE8-39A7-1E2A-F141D57F0C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0393" y="1081410"/>
            <a:ext cx="4058130" cy="33113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5730C65-68AA-9A33-A4EC-8B44664A81BD}"/>
              </a:ext>
            </a:extLst>
          </p:cNvPr>
          <p:cNvSpPr txBox="1"/>
          <p:nvPr/>
        </p:nvSpPr>
        <p:spPr>
          <a:xfrm>
            <a:off x="1821180" y="692162"/>
            <a:ext cx="1187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1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08751C-2F74-5F71-47C8-62CE59295F11}"/>
              </a:ext>
            </a:extLst>
          </p:cNvPr>
          <p:cNvSpPr txBox="1"/>
          <p:nvPr/>
        </p:nvSpPr>
        <p:spPr>
          <a:xfrm>
            <a:off x="6248400" y="712077"/>
            <a:ext cx="1187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83798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ABABC56-F4EF-16DC-5624-1A6E0DEC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DA37D30-8F4E-8AEE-EEA9-7BF236F21A7D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11D4BBE-BC47-353E-785C-DB09FC909F68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EAE2C25-1C50-5E1B-E13F-A004D67C9D6F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712B0B-3950-8FAC-1C4F-A3B58D1199F2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43DFD3BD-59CB-5AC2-9F4F-A43D5F2EB8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7E8222A6-DAEE-B97D-90D5-F0DB0040DE0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004C3BA5-3504-B8ED-F7E9-4433267FAE7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C28BA0AB-5BF7-D8FD-97F1-223D5412262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39D3726E-1D9F-A835-DF1C-F5A68D634441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24E7495-9E7F-E420-87E8-34A666449355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7FF724F-196A-5972-CB3B-7C9885CA29FB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BC6CAD8-59E2-0742-CBBC-CC6342DFF58B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59169867-DC1B-3609-8B37-0A9BA61654F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B57629B7-F5D9-944F-2A11-29D13F643D9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36044B02-EF9B-DB06-B527-0237D546DC8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42840D51-1656-5F3E-8E80-D9938D0BDB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391583-1E44-641C-DAEB-8DD7D00FD903}"/>
              </a:ext>
            </a:extLst>
          </p:cNvPr>
          <p:cNvSpPr txBox="1"/>
          <p:nvPr/>
        </p:nvSpPr>
        <p:spPr>
          <a:xfrm>
            <a:off x="630974" y="247512"/>
            <a:ext cx="8110652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Bar Plot of Total charges by Region – Dataset 1 and Dataset 2: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11E5AC-3C8C-48B1-D0FD-47840D759CE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3044"/>
          <a:stretch/>
        </p:blipFill>
        <p:spPr>
          <a:xfrm>
            <a:off x="89202" y="1630953"/>
            <a:ext cx="4426400" cy="271805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60C3ECB-37C5-8ED9-524C-1C738A2B6045}"/>
              </a:ext>
            </a:extLst>
          </p:cNvPr>
          <p:cNvSpPr txBox="1"/>
          <p:nvPr/>
        </p:nvSpPr>
        <p:spPr>
          <a:xfrm>
            <a:off x="1721318" y="1070825"/>
            <a:ext cx="1187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1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475AB59-BC87-3080-3F2D-A7B0B9D860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5904" y="1584852"/>
            <a:ext cx="4537292" cy="2839484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F9FCE00-89EC-D3A5-34AC-563201AC1B90}"/>
              </a:ext>
            </a:extLst>
          </p:cNvPr>
          <p:cNvSpPr txBox="1"/>
          <p:nvPr/>
        </p:nvSpPr>
        <p:spPr>
          <a:xfrm>
            <a:off x="6235450" y="1086611"/>
            <a:ext cx="118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4149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A82674-D616-2CF0-3124-56F136E90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A28FEE5-3C16-E727-93A7-A394E7DA264E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7394ED6-A4F0-574A-9D0F-845CDA34D321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A059086-CEC6-D29B-C1E1-B797FFF39DB4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D3EFF15-14E0-9699-BED4-F300F3771A12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97BE511D-0DD3-67D2-63A6-A4EC182EEE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0E53873C-DDE7-401E-0F8C-9AEB6C2D14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B432BCEC-154B-07D8-CA19-B8D3978BB08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EAEAD45F-6424-13A5-4A24-CB5A4DB2FF8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5BC69773-D7AD-B32B-9131-75C5C9FDD181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CC28927-B7BA-370C-DED6-A43C9AABC86A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3CE47B78-6EC7-D382-031E-9DCEDA949E65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11486BD-AE2B-2DBD-6672-F03589E80D22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C51C5B15-C0F1-C60F-15B8-B147EB636A63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C8E85AE6-6495-1AAF-D6F0-8FC370B7D47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EF5A10C5-16F9-4610-9836-7AC46CF06573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6E26E1B9-AD74-F091-0BBA-46BE504E29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59DBDE9-30CF-E5EF-E752-5A40FADD5286}"/>
              </a:ext>
            </a:extLst>
          </p:cNvPr>
          <p:cNvSpPr txBox="1"/>
          <p:nvPr/>
        </p:nvSpPr>
        <p:spPr>
          <a:xfrm>
            <a:off x="630974" y="247512"/>
            <a:ext cx="3636226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Histogram of </a:t>
            </a:r>
            <a:r>
              <a:rPr lang="en-US" sz="2400" b="1" dirty="0" err="1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bmi</a:t>
            </a: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 distribution – Dataset 1: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D056081-DB3F-AEC9-4BA1-CC88549AEC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44" y="1328529"/>
            <a:ext cx="4399155" cy="34770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6E4E33-8C55-FE6D-210A-9D2FE44817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0307" y="1320475"/>
            <a:ext cx="4497540" cy="34996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17DDF7A-CF71-C505-4D86-513A4F4CBCD7}"/>
              </a:ext>
            </a:extLst>
          </p:cNvPr>
          <p:cNvSpPr txBox="1"/>
          <p:nvPr/>
        </p:nvSpPr>
        <p:spPr>
          <a:xfrm>
            <a:off x="4590307" y="247512"/>
            <a:ext cx="4572000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Histogram of children distribution of the Patients – Dataset 2: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85510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05E05A6-07BF-E3D5-D2BA-9D10EDAF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A4962A1-8C56-8269-4089-319C51E7456C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E941CCA-EE94-40DB-6AF4-214451993926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07430A-2E64-8FEB-55A7-E7B3A8B15357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E2CDF2C-52D1-68F1-10EC-55149B46A411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4724B914-5811-D3BC-1B5B-BA90ABF9C8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2D1417FB-962A-C291-FB45-DEDAE5BFDD1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780F738A-453C-5B3B-6D8F-35133239485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D807A472-9279-E95B-B852-AEB7A112F45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9B60BCB5-E8A4-4FBF-D498-AAA3D30824D9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8D34A82-63ED-507B-3E4E-FF0E21686E57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43955E5-E0FF-42F0-5219-DC986248A328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1BD4CD5-3BB7-EEDF-4D9C-E97449E6E9BB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72CA857A-DDE4-6D90-EC8F-C737C26203D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EC8DD216-E700-6A9A-8DF0-91A8286C749D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93509602-6E71-B9D0-1A99-9307B88D28D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C7890719-06DB-259E-2EE0-F16E201D21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C5EA8FB-2EE2-65EF-493B-0CFDDFEEC17F}"/>
              </a:ext>
            </a:extLst>
          </p:cNvPr>
          <p:cNvSpPr txBox="1"/>
          <p:nvPr/>
        </p:nvSpPr>
        <p:spPr>
          <a:xfrm>
            <a:off x="2223554" y="126854"/>
            <a:ext cx="4789170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Pie Chart – Dataset 1 and Dataset 2: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A148EA-ACE7-6739-0365-1EFED108D2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773984"/>
            <a:ext cx="4091941" cy="410472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B66D30A-C773-C7EF-3A3B-962FE57075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1941" y="1006182"/>
            <a:ext cx="5052059" cy="36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01145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E608BC-B5BB-AF8B-6470-B5CBE1E4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22B0569-4213-A35D-19CE-4C7A925863CF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43CC893-8539-A296-8136-7B853613BB76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28695A6-DBB7-6480-E81A-755FBA06F8D2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D55C757-6B6F-7D86-C8F3-1EBE3965567D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047CC2CE-A4FE-5C26-3248-1D591E6E1D4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4DBD7A9B-1D2D-8339-B631-4F25BA7CE8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5BD2D140-5893-8337-20C2-7EA5ACBA5C4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49D46317-F8B5-E6B8-246B-8B32987F0C7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B06DDAA1-3499-CB55-7A82-FCF853AF81BF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1C9BD09-E2F5-6D13-79DD-88A78176DA2F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CCE857A-A415-34EF-DDA2-D7953EF17A3F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43157B4-AED4-CFD8-E60D-646ADAF4527A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A422A92C-AE80-0F3E-8DD3-10DACDFCBA4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BDD52C7A-FBD5-3838-7CF8-3A6645AEBEE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DDD7F5D2-E12C-326E-709A-728E0077B2A3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A2E396E8-31E7-EB05-3163-58080AE620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78A00B-3776-562A-E1A8-135F4B5D551A}"/>
              </a:ext>
            </a:extLst>
          </p:cNvPr>
          <p:cNvSpPr txBox="1"/>
          <p:nvPr/>
        </p:nvSpPr>
        <p:spPr>
          <a:xfrm>
            <a:off x="501395" y="90631"/>
            <a:ext cx="8240231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Box Plot of Age Comparison of BMI – Dataset 1 and Dataset 2: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264E7DD-A14C-F00E-CCD6-7275B25977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123302"/>
            <a:ext cx="4549141" cy="38672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C92290-8159-39BB-0DCE-B06968EECE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42827" y="1086611"/>
            <a:ext cx="4601174" cy="38992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9D40801-6814-B203-60F8-575A1C374611}"/>
              </a:ext>
            </a:extLst>
          </p:cNvPr>
          <p:cNvSpPr txBox="1"/>
          <p:nvPr/>
        </p:nvSpPr>
        <p:spPr>
          <a:xfrm>
            <a:off x="1779996" y="633406"/>
            <a:ext cx="1178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1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11B493-7994-8532-A941-2A3A159C1AFD}"/>
              </a:ext>
            </a:extLst>
          </p:cNvPr>
          <p:cNvSpPr txBox="1"/>
          <p:nvPr/>
        </p:nvSpPr>
        <p:spPr>
          <a:xfrm>
            <a:off x="6213352" y="619006"/>
            <a:ext cx="1178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89438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92FDD4-7AA7-28F2-DD16-86CD940BD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915E0E1-146B-9AE5-DDDA-6F140BD2F1FA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76CE83B-B60B-CDF7-5424-B207639183EA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37F81DB-B63C-11D2-6A86-877E08D5BD96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EE66C2-D3D6-25C8-6EA9-8F635F5BE688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A5A08A27-43DA-40C2-E673-275B4F846A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80F1331A-6F99-F87D-BFE9-53457E4E7D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646546ED-9436-6675-9FC6-05FF7025EB2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9172251D-DF16-769A-DBF4-08CD75ABE5C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B9E68062-92BC-4FC5-15E0-9D12E8511952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2D11D76-979D-8AC0-2386-173E19FA152A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1E531B9-484F-BA38-FCD8-9AE58C8641FE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E2A4C3D-14A3-CA4D-456A-2F0ADB6ABDEB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0AF6B7AB-E4DC-9684-BC5A-02BDC1978EF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58258438-DCEE-1B0F-6ABC-77B2C3F705F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9A28FF56-4487-9D30-8FF5-B6A2A1C80C2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28FB3550-C96F-5EFE-95B1-32BF32C938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7EFF8F9-18A4-A99B-8075-28BDF0483E74}"/>
              </a:ext>
            </a:extLst>
          </p:cNvPr>
          <p:cNvSpPr txBox="1"/>
          <p:nvPr/>
        </p:nvSpPr>
        <p:spPr>
          <a:xfrm>
            <a:off x="737222" y="77789"/>
            <a:ext cx="7669556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Scatter Plot  of BMI VS Charges – Dataset 1 and Dataset 2: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73C1D0-435F-5F97-B0E7-87949D6FCF03}"/>
              </a:ext>
            </a:extLst>
          </p:cNvPr>
          <p:cNvSpPr txBox="1"/>
          <p:nvPr/>
        </p:nvSpPr>
        <p:spPr>
          <a:xfrm>
            <a:off x="1779996" y="633406"/>
            <a:ext cx="1178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1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51255-DFAF-A754-CB45-5639F70BBC14}"/>
              </a:ext>
            </a:extLst>
          </p:cNvPr>
          <p:cNvSpPr txBox="1"/>
          <p:nvPr/>
        </p:nvSpPr>
        <p:spPr>
          <a:xfrm>
            <a:off x="6213352" y="619006"/>
            <a:ext cx="1178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2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8ED7A8-5F78-EF14-21E2-529247120D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081" y="1212711"/>
            <a:ext cx="4605836" cy="36265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46FE41F-96C5-74C8-F8C3-609B7276CC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4253" y="1270627"/>
            <a:ext cx="4470556" cy="351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48999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8029818-8924-E0EB-2162-DEDABDBB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0D0EA2A-69F9-AF94-1483-371DCA6B939A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D5D15CA-40EB-C669-8304-D1D958D165D1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615B468-E586-E630-A24C-928C21D9FFDA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F7C0B59-3BB9-F5E6-2311-F8ED782A0068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A16658CC-B50D-7DDE-FAF5-0C2EBF7F90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6A247DCC-D84D-8939-1AF5-98E3BF77B64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3B66C252-06FC-A1D2-A561-24997FDBB4F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0C988CD4-37EF-AC3F-A602-6D508523BD7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8D117B8C-F7AB-8BFC-18C3-01F4F662F1EC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409DA06-FA8F-39F9-CAB8-81D876899406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C124208-857B-6703-94EA-7424AF1078C2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8137A2A-E5FB-53F9-B714-811C69F9E1F8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4092E1B7-E4AC-3B34-4E15-4AB899AEA09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A7F04975-F357-599D-ACDC-DFBF75556E5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0AFAA01E-6CD9-0C8F-7059-9739956B120C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858955E3-8455-73F7-312E-4BAADE1519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A3A27E3-77B6-DB09-2C70-7E4B3437A14F}"/>
              </a:ext>
            </a:extLst>
          </p:cNvPr>
          <p:cNvSpPr txBox="1"/>
          <p:nvPr/>
        </p:nvSpPr>
        <p:spPr>
          <a:xfrm>
            <a:off x="663003" y="-38318"/>
            <a:ext cx="3496065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Line Plot Age VS Charges according to gender </a:t>
            </a:r>
          </a:p>
          <a:p>
            <a:pPr marL="0" marR="0" algn="ctr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– Dataset 1: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30AE388-ECFC-EDBF-E7B0-12F6737345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055" y="1344295"/>
            <a:ext cx="4059882" cy="378358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70228D8-1444-703D-8DDD-44A9E592550A}"/>
              </a:ext>
            </a:extLst>
          </p:cNvPr>
          <p:cNvSpPr txBox="1"/>
          <p:nvPr/>
        </p:nvSpPr>
        <p:spPr>
          <a:xfrm>
            <a:off x="4078188" y="-87213"/>
            <a:ext cx="4572000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Line Plot Age VS Children according to gender </a:t>
            </a:r>
          </a:p>
          <a:p>
            <a:pPr marL="0" marR="0" algn="ctr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– Dataset 2:</a:t>
            </a:r>
            <a:endParaRPr lang="en-US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B2F276C-4402-5C25-0B3E-FF613ADF5F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1686" y="1310927"/>
            <a:ext cx="4059882" cy="384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2806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A94FC1-BB61-1E02-B74A-C6F21A09F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B116769-F635-A9FA-3B50-495B8A5DC217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EB8D92B-8B30-D3D2-A811-B8A5C895DC24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D23989B-D3AA-3FD6-50E7-57807955849D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F4B8E26-3A18-B0BC-C317-B47ED416CF73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D8DC1BE0-41D6-4E2D-149E-C183566151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9AFD02C2-F606-EDE8-72BB-D93F246EE80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1540FA67-54F0-B881-F979-B94665E4213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4D46D29F-54C3-6C7C-572D-AB4E966006E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5BF03D7A-A628-29D2-47EB-71F56AF27E60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C1ADD01-2E04-DD29-A9BB-F705F4687919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C8BECA5-F2E6-DF3A-C1F8-7569DBB4DE92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B7D648F-052D-2F8B-35E2-7BA843D7318E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701515A5-A50C-9030-6ED6-A8DB248FDF1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CF9A9D70-3C90-6112-EF86-912764408A5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BF22369B-CDDA-9EC9-C200-4F196DF95C4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9EFD848A-6857-05AD-B541-D1B3B29701E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D03ED1-91CD-6524-810C-D8C528C63E72}"/>
              </a:ext>
            </a:extLst>
          </p:cNvPr>
          <p:cNvSpPr txBox="1"/>
          <p:nvPr/>
        </p:nvSpPr>
        <p:spPr>
          <a:xfrm>
            <a:off x="2742314" y="621703"/>
            <a:ext cx="3496065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Machine Learning Models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10D9A22-02F1-98CD-5061-3C54761C0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261877"/>
              </p:ext>
            </p:extLst>
          </p:nvPr>
        </p:nvGraphicFramePr>
        <p:xfrm>
          <a:off x="96772" y="2030997"/>
          <a:ext cx="4419600" cy="12653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2858">
                  <a:extLst>
                    <a:ext uri="{9D8B030D-6E8A-4147-A177-3AD203B41FA5}">
                      <a16:colId xmlns:a16="http://schemas.microsoft.com/office/drawing/2014/main" val="3000596732"/>
                    </a:ext>
                  </a:extLst>
                </a:gridCol>
                <a:gridCol w="1473371">
                  <a:extLst>
                    <a:ext uri="{9D8B030D-6E8A-4147-A177-3AD203B41FA5}">
                      <a16:colId xmlns:a16="http://schemas.microsoft.com/office/drawing/2014/main" val="3705768013"/>
                    </a:ext>
                  </a:extLst>
                </a:gridCol>
                <a:gridCol w="1473371">
                  <a:extLst>
                    <a:ext uri="{9D8B030D-6E8A-4147-A177-3AD203B41FA5}">
                      <a16:colId xmlns:a16="http://schemas.microsoft.com/office/drawing/2014/main" val="1514746312"/>
                    </a:ext>
                  </a:extLst>
                </a:gridCol>
              </a:tblGrid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Metric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Linear Regression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Decision Tree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2474054987"/>
                  </a:ext>
                </a:extLst>
              </a:tr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Mean Target (Medical Cost)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14272.01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14272.0075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3513248320"/>
                  </a:ext>
                </a:extLst>
              </a:tr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MAE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4181.35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2591.6682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4269198436"/>
                  </a:ext>
                </a:extLst>
              </a:tr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MAE as % of Mean Target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29.29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18.16</a:t>
                      </a:r>
                      <a:r>
                        <a:rPr lang="en-US" sz="900">
                          <a:effectLst/>
                        </a:rPr>
                        <a:t>%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1091729507"/>
                  </a:ext>
                </a:extLst>
              </a:tr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MSE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35604894.07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18722739.9352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1205357379"/>
                  </a:ext>
                </a:extLst>
              </a:tr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RMSE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5966.99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>
                          <a:effectLst/>
                        </a:rPr>
                        <a:t>4326.9782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2997780633"/>
                  </a:ext>
                </a:extLst>
              </a:tr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RMSE as % of Mean Target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41.81%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 dirty="0">
                          <a:effectLst/>
                        </a:rPr>
                        <a:t>30.3179</a:t>
                      </a:r>
                      <a:r>
                        <a:rPr lang="en-US" sz="900" dirty="0">
                          <a:effectLst/>
                        </a:rPr>
                        <a:t>%</a:t>
                      </a:r>
                      <a:endParaRPr lang="en-US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294447090"/>
                  </a:ext>
                </a:extLst>
              </a:tr>
              <a:tr h="1581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R² Score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0.8062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800" dirty="0">
                          <a:effectLst/>
                        </a:rPr>
                        <a:t>0.8981</a:t>
                      </a:r>
                      <a:endParaRPr lang="en-US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391" marR="54391" marT="0" marB="0"/>
                </a:tc>
                <a:extLst>
                  <a:ext uri="{0D108BD9-81ED-4DB2-BD59-A6C34878D82A}">
                    <a16:rowId xmlns:a16="http://schemas.microsoft.com/office/drawing/2014/main" val="2614665900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3F543EA-1A14-FC91-2764-D98C91B0C270}"/>
              </a:ext>
            </a:extLst>
          </p:cNvPr>
          <p:cNvSpPr txBox="1"/>
          <p:nvPr/>
        </p:nvSpPr>
        <p:spPr>
          <a:xfrm>
            <a:off x="622552" y="149342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1 – Model Performance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11DCC1-0D50-8E66-044D-9D9A33BD012E}"/>
              </a:ext>
            </a:extLst>
          </p:cNvPr>
          <p:cNvSpPr txBox="1"/>
          <p:nvPr/>
        </p:nvSpPr>
        <p:spPr>
          <a:xfrm>
            <a:off x="5328665" y="150269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2 – Model Performance</a:t>
            </a:r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11765E95-2DD7-957E-0257-44C8494C4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072783"/>
              </p:ext>
            </p:extLst>
          </p:nvPr>
        </p:nvGraphicFramePr>
        <p:xfrm>
          <a:off x="4627628" y="2036064"/>
          <a:ext cx="4419600" cy="12341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1222755358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52560287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882314240"/>
                    </a:ext>
                  </a:extLst>
                </a:gridCol>
              </a:tblGrid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Metric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Linear Regression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Decision Tree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1360626656"/>
                  </a:ext>
                </a:extLst>
              </a:tr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Mean Target (Medical Cost)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15836.71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15836.71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3297863203"/>
                  </a:ext>
                </a:extLst>
              </a:tr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MAE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2143.18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2066.35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3083404896"/>
                  </a:ext>
                </a:extLst>
              </a:tr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MAE as % of Mean Target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13.53%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13.05%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3701612865"/>
                  </a:ext>
                </a:extLst>
              </a:tr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MSE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7157336.70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7066064.17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772929652"/>
                  </a:ext>
                </a:extLst>
              </a:tr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RMSE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2675.32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2658.21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3988654417"/>
                  </a:ext>
                </a:extLst>
              </a:tr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RMSE as % of Mean Target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16.89%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16.79%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800463327"/>
                  </a:ext>
                </a:extLst>
              </a:tr>
              <a:tr h="1542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R² Score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>
                          <a:effectLst/>
                        </a:rPr>
                        <a:t>0.9006</a:t>
                      </a:r>
                      <a:endParaRPr lang="en-US" sz="9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900" dirty="0">
                          <a:effectLst/>
                        </a:rPr>
                        <a:t>0.9019</a:t>
                      </a:r>
                      <a:endParaRPr lang="en-US" sz="9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54542" marR="54542" marT="0" marB="0"/>
                </a:tc>
                <a:extLst>
                  <a:ext uri="{0D108BD9-81ED-4DB2-BD59-A6C34878D82A}">
                    <a16:rowId xmlns:a16="http://schemas.microsoft.com/office/drawing/2014/main" val="1390877665"/>
                  </a:ext>
                </a:extLst>
              </a:tr>
            </a:tbl>
          </a:graphicData>
        </a:graphic>
      </p:graphicFrame>
      <p:sp>
        <p:nvSpPr>
          <p:cNvPr id="30" name="Rectangle 3">
            <a:extLst>
              <a:ext uri="{FF2B5EF4-FFF2-40B4-BE49-F238E27FC236}">
                <a16:creationId xmlns:a16="http://schemas.microsoft.com/office/drawing/2014/main" id="{0C46EC1C-4174-4899-8124-68BAFD6CA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928" y="2054462"/>
            <a:ext cx="10036261" cy="50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3829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7C650B-DE2C-0D37-F668-4415D961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23CA712-AF62-64FA-B4BA-86974B1E4DAF}"/>
              </a:ext>
            </a:extLst>
          </p:cNvPr>
          <p:cNvGrpSpPr/>
          <p:nvPr/>
        </p:nvGrpSpPr>
        <p:grpSpPr>
          <a:xfrm>
            <a:off x="0" y="4159008"/>
            <a:ext cx="5085080" cy="984885"/>
            <a:chOff x="0" y="4159008"/>
            <a:chExt cx="5085080" cy="98488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9FF5959-285F-22C4-78A1-88FC03FAD554}"/>
                </a:ext>
              </a:extLst>
            </p:cNvPr>
            <p:cNvSpPr/>
            <p:nvPr/>
          </p:nvSpPr>
          <p:spPr>
            <a:xfrm>
              <a:off x="296354" y="4441297"/>
              <a:ext cx="4789170" cy="702310"/>
            </a:xfrm>
            <a:custGeom>
              <a:avLst/>
              <a:gdLst/>
              <a:ahLst/>
              <a:cxnLst/>
              <a:rect l="l" t="t" r="r" b="b"/>
              <a:pathLst>
                <a:path w="4789170" h="702310">
                  <a:moveTo>
                    <a:pt x="5587" y="401021"/>
                  </a:moveTo>
                  <a:lnTo>
                    <a:pt x="4525" y="454942"/>
                  </a:lnTo>
                  <a:lnTo>
                    <a:pt x="3317" y="508870"/>
                  </a:lnTo>
                  <a:lnTo>
                    <a:pt x="1848" y="562789"/>
                  </a:lnTo>
                  <a:lnTo>
                    <a:pt x="0" y="616684"/>
                  </a:lnTo>
                  <a:lnTo>
                    <a:pt x="51907" y="621997"/>
                  </a:lnTo>
                  <a:lnTo>
                    <a:pt x="259705" y="640773"/>
                  </a:lnTo>
                  <a:lnTo>
                    <a:pt x="311693" y="644883"/>
                  </a:lnTo>
                  <a:lnTo>
                    <a:pt x="571846" y="662281"/>
                  </a:lnTo>
                  <a:lnTo>
                    <a:pt x="832305" y="675069"/>
                  </a:lnTo>
                  <a:lnTo>
                    <a:pt x="1188878" y="686698"/>
                  </a:lnTo>
                  <a:lnTo>
                    <a:pt x="2236478" y="702202"/>
                  </a:lnTo>
                  <a:lnTo>
                    <a:pt x="4780963" y="702202"/>
                  </a:lnTo>
                  <a:lnTo>
                    <a:pt x="4788574" y="684105"/>
                  </a:lnTo>
                  <a:lnTo>
                    <a:pt x="4787201" y="640767"/>
                  </a:lnTo>
                  <a:lnTo>
                    <a:pt x="4775949" y="599815"/>
                  </a:lnTo>
                  <a:lnTo>
                    <a:pt x="4759130" y="559161"/>
                  </a:lnTo>
                  <a:lnTo>
                    <a:pt x="4737383" y="519046"/>
                  </a:lnTo>
                  <a:lnTo>
                    <a:pt x="4711349" y="479712"/>
                  </a:lnTo>
                  <a:lnTo>
                    <a:pt x="4681667" y="441399"/>
                  </a:lnTo>
                  <a:lnTo>
                    <a:pt x="4681350" y="441040"/>
                  </a:lnTo>
                  <a:lnTo>
                    <a:pt x="880270" y="441040"/>
                  </a:lnTo>
                  <a:lnTo>
                    <a:pt x="779909" y="440325"/>
                  </a:lnTo>
                  <a:lnTo>
                    <a:pt x="629248" y="436706"/>
                  </a:lnTo>
                  <a:lnTo>
                    <a:pt x="422548" y="427709"/>
                  </a:lnTo>
                  <a:lnTo>
                    <a:pt x="5587" y="401021"/>
                  </a:lnTo>
                  <a:close/>
                </a:path>
                <a:path w="4789170" h="702310">
                  <a:moveTo>
                    <a:pt x="3523898" y="0"/>
                  </a:moveTo>
                  <a:lnTo>
                    <a:pt x="3470749" y="1172"/>
                  </a:lnTo>
                  <a:lnTo>
                    <a:pt x="3417649" y="3594"/>
                  </a:lnTo>
                  <a:lnTo>
                    <a:pt x="3364626" y="7241"/>
                  </a:lnTo>
                  <a:lnTo>
                    <a:pt x="3311709" y="12093"/>
                  </a:lnTo>
                  <a:lnTo>
                    <a:pt x="3258926" y="18126"/>
                  </a:lnTo>
                  <a:lnTo>
                    <a:pt x="3206305" y="25317"/>
                  </a:lnTo>
                  <a:lnTo>
                    <a:pt x="3157784" y="33259"/>
                  </a:lnTo>
                  <a:lnTo>
                    <a:pt x="3109533" y="42116"/>
                  </a:lnTo>
                  <a:lnTo>
                    <a:pt x="3061524" y="51797"/>
                  </a:lnTo>
                  <a:lnTo>
                    <a:pt x="3013729" y="62209"/>
                  </a:lnTo>
                  <a:lnTo>
                    <a:pt x="2966124" y="73261"/>
                  </a:lnTo>
                  <a:lnTo>
                    <a:pt x="2918679" y="84861"/>
                  </a:lnTo>
                  <a:lnTo>
                    <a:pt x="2871370" y="96918"/>
                  </a:lnTo>
                  <a:lnTo>
                    <a:pt x="2535331" y="187855"/>
                  </a:lnTo>
                  <a:lnTo>
                    <a:pt x="2288114" y="251794"/>
                  </a:lnTo>
                  <a:lnTo>
                    <a:pt x="2138967" y="287651"/>
                  </a:lnTo>
                  <a:lnTo>
                    <a:pt x="1989134" y="320960"/>
                  </a:lnTo>
                  <a:lnTo>
                    <a:pt x="1888836" y="341483"/>
                  </a:lnTo>
                  <a:lnTo>
                    <a:pt x="1788190" y="360471"/>
                  </a:lnTo>
                  <a:lnTo>
                    <a:pt x="1687179" y="377762"/>
                  </a:lnTo>
                  <a:lnTo>
                    <a:pt x="1585786" y="393194"/>
                  </a:lnTo>
                  <a:lnTo>
                    <a:pt x="1534940" y="400163"/>
                  </a:lnTo>
                  <a:lnTo>
                    <a:pt x="1483992" y="406607"/>
                  </a:lnTo>
                  <a:lnTo>
                    <a:pt x="1432941" y="412505"/>
                  </a:lnTo>
                  <a:lnTo>
                    <a:pt x="1381782" y="417838"/>
                  </a:lnTo>
                  <a:lnTo>
                    <a:pt x="1330515" y="422586"/>
                  </a:lnTo>
                  <a:lnTo>
                    <a:pt x="1280633" y="426669"/>
                  </a:lnTo>
                  <a:lnTo>
                    <a:pt x="1230709" y="430194"/>
                  </a:lnTo>
                  <a:lnTo>
                    <a:pt x="1180745" y="433184"/>
                  </a:lnTo>
                  <a:lnTo>
                    <a:pt x="1080708" y="437638"/>
                  </a:lnTo>
                  <a:lnTo>
                    <a:pt x="980543" y="440201"/>
                  </a:lnTo>
                  <a:lnTo>
                    <a:pt x="880270" y="441040"/>
                  </a:lnTo>
                  <a:lnTo>
                    <a:pt x="4681350" y="441040"/>
                  </a:lnTo>
                  <a:lnTo>
                    <a:pt x="4648977" y="404351"/>
                  </a:lnTo>
                  <a:lnTo>
                    <a:pt x="4613920" y="368808"/>
                  </a:lnTo>
                  <a:lnTo>
                    <a:pt x="4577134" y="335012"/>
                  </a:lnTo>
                  <a:lnTo>
                    <a:pt x="4539259" y="303204"/>
                  </a:lnTo>
                  <a:lnTo>
                    <a:pt x="4500937" y="273627"/>
                  </a:lnTo>
                  <a:lnTo>
                    <a:pt x="4462805" y="246521"/>
                  </a:lnTo>
                  <a:lnTo>
                    <a:pt x="4425505" y="222129"/>
                  </a:lnTo>
                  <a:lnTo>
                    <a:pt x="4382771" y="196403"/>
                  </a:lnTo>
                  <a:lnTo>
                    <a:pt x="4338870" y="172447"/>
                  </a:lnTo>
                  <a:lnTo>
                    <a:pt x="4293885" y="150223"/>
                  </a:lnTo>
                  <a:lnTo>
                    <a:pt x="4247896" y="129694"/>
                  </a:lnTo>
                  <a:lnTo>
                    <a:pt x="4200984" y="110824"/>
                  </a:lnTo>
                  <a:lnTo>
                    <a:pt x="4153230" y="93576"/>
                  </a:lnTo>
                  <a:lnTo>
                    <a:pt x="4104716" y="77913"/>
                  </a:lnTo>
                  <a:lnTo>
                    <a:pt x="4055522" y="63798"/>
                  </a:lnTo>
                  <a:lnTo>
                    <a:pt x="4005730" y="51195"/>
                  </a:lnTo>
                  <a:lnTo>
                    <a:pt x="3955421" y="40066"/>
                  </a:lnTo>
                  <a:lnTo>
                    <a:pt x="3904676" y="30376"/>
                  </a:lnTo>
                  <a:lnTo>
                    <a:pt x="3853576" y="22086"/>
                  </a:lnTo>
                  <a:lnTo>
                    <a:pt x="3802203" y="15161"/>
                  </a:lnTo>
                  <a:lnTo>
                    <a:pt x="3750636" y="9563"/>
                  </a:lnTo>
                  <a:lnTo>
                    <a:pt x="3698958" y="5256"/>
                  </a:lnTo>
                  <a:lnTo>
                    <a:pt x="3647249" y="2203"/>
                  </a:lnTo>
                  <a:lnTo>
                    <a:pt x="3577068" y="99"/>
                  </a:lnTo>
                  <a:lnTo>
                    <a:pt x="352389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16D30AE-46D3-8E01-4FEE-2B13F92E06B7}"/>
                </a:ext>
              </a:extLst>
            </p:cNvPr>
            <p:cNvSpPr/>
            <p:nvPr/>
          </p:nvSpPr>
          <p:spPr>
            <a:xfrm>
              <a:off x="402374" y="4303775"/>
              <a:ext cx="2379345" cy="840105"/>
            </a:xfrm>
            <a:custGeom>
              <a:avLst/>
              <a:gdLst/>
              <a:ahLst/>
              <a:cxnLst/>
              <a:rect l="l" t="t" r="r" b="b"/>
              <a:pathLst>
                <a:path w="2379345" h="840104">
                  <a:moveTo>
                    <a:pt x="0" y="0"/>
                  </a:moveTo>
                  <a:lnTo>
                    <a:pt x="11398" y="49683"/>
                  </a:lnTo>
                  <a:lnTo>
                    <a:pt x="21165" y="99478"/>
                  </a:lnTo>
                  <a:lnTo>
                    <a:pt x="29395" y="149374"/>
                  </a:lnTo>
                  <a:lnTo>
                    <a:pt x="36185" y="199361"/>
                  </a:lnTo>
                  <a:lnTo>
                    <a:pt x="41630" y="249430"/>
                  </a:lnTo>
                  <a:lnTo>
                    <a:pt x="45828" y="299570"/>
                  </a:lnTo>
                  <a:lnTo>
                    <a:pt x="48873" y="349772"/>
                  </a:lnTo>
                  <a:lnTo>
                    <a:pt x="50862" y="400026"/>
                  </a:lnTo>
                  <a:lnTo>
                    <a:pt x="51890" y="450322"/>
                  </a:lnTo>
                  <a:lnTo>
                    <a:pt x="52055" y="500651"/>
                  </a:lnTo>
                  <a:lnTo>
                    <a:pt x="51451" y="551002"/>
                  </a:lnTo>
                  <a:lnTo>
                    <a:pt x="50175" y="601366"/>
                  </a:lnTo>
                  <a:lnTo>
                    <a:pt x="48323" y="651733"/>
                  </a:lnTo>
                  <a:lnTo>
                    <a:pt x="45991" y="702093"/>
                  </a:lnTo>
                  <a:lnTo>
                    <a:pt x="43274" y="752437"/>
                  </a:lnTo>
                  <a:lnTo>
                    <a:pt x="37920" y="839723"/>
                  </a:lnTo>
                  <a:lnTo>
                    <a:pt x="2379218" y="839723"/>
                  </a:lnTo>
                  <a:lnTo>
                    <a:pt x="2377438" y="835250"/>
                  </a:lnTo>
                  <a:lnTo>
                    <a:pt x="2364862" y="784777"/>
                  </a:lnTo>
                  <a:lnTo>
                    <a:pt x="2354554" y="732291"/>
                  </a:lnTo>
                  <a:lnTo>
                    <a:pt x="2344629" y="684215"/>
                  </a:lnTo>
                  <a:lnTo>
                    <a:pt x="2333205" y="646976"/>
                  </a:lnTo>
                  <a:lnTo>
                    <a:pt x="2308342" y="605561"/>
                  </a:lnTo>
                  <a:lnTo>
                    <a:pt x="2265745" y="556669"/>
                  </a:lnTo>
                  <a:lnTo>
                    <a:pt x="2207052" y="502929"/>
                  </a:lnTo>
                  <a:lnTo>
                    <a:pt x="2172181" y="475061"/>
                  </a:lnTo>
                  <a:lnTo>
                    <a:pt x="2133900" y="446967"/>
                  </a:lnTo>
                  <a:lnTo>
                    <a:pt x="2092413" y="418974"/>
                  </a:lnTo>
                  <a:lnTo>
                    <a:pt x="2047926" y="391411"/>
                  </a:lnTo>
                  <a:lnTo>
                    <a:pt x="2000642" y="364607"/>
                  </a:lnTo>
                  <a:lnTo>
                    <a:pt x="1950766" y="338890"/>
                  </a:lnTo>
                  <a:lnTo>
                    <a:pt x="1898503" y="314588"/>
                  </a:lnTo>
                  <a:lnTo>
                    <a:pt x="1844058" y="292030"/>
                  </a:lnTo>
                  <a:lnTo>
                    <a:pt x="1787635" y="271544"/>
                  </a:lnTo>
                  <a:lnTo>
                    <a:pt x="1729438" y="253459"/>
                  </a:lnTo>
                  <a:lnTo>
                    <a:pt x="1669673" y="238103"/>
                  </a:lnTo>
                  <a:lnTo>
                    <a:pt x="1608543" y="225806"/>
                  </a:lnTo>
                  <a:lnTo>
                    <a:pt x="1558783" y="218353"/>
                  </a:lnTo>
                  <a:lnTo>
                    <a:pt x="1510595" y="213274"/>
                  </a:lnTo>
                  <a:lnTo>
                    <a:pt x="1463882" y="210371"/>
                  </a:lnTo>
                  <a:lnTo>
                    <a:pt x="1418551" y="209448"/>
                  </a:lnTo>
                  <a:lnTo>
                    <a:pt x="1358264" y="211053"/>
                  </a:lnTo>
                  <a:lnTo>
                    <a:pt x="1300306" y="215520"/>
                  </a:lnTo>
                  <a:lnTo>
                    <a:pt x="1244480" y="222329"/>
                  </a:lnTo>
                  <a:lnTo>
                    <a:pt x="1190591" y="230960"/>
                  </a:lnTo>
                  <a:lnTo>
                    <a:pt x="1138441" y="240893"/>
                  </a:lnTo>
                  <a:lnTo>
                    <a:pt x="1087835" y="251605"/>
                  </a:lnTo>
                  <a:lnTo>
                    <a:pt x="990470" y="273291"/>
                  </a:lnTo>
                  <a:lnTo>
                    <a:pt x="943318" y="283224"/>
                  </a:lnTo>
                  <a:lnTo>
                    <a:pt x="896925" y="291855"/>
                  </a:lnTo>
                  <a:lnTo>
                    <a:pt x="851094" y="298664"/>
                  </a:lnTo>
                  <a:lnTo>
                    <a:pt x="805630" y="303131"/>
                  </a:lnTo>
                  <a:lnTo>
                    <a:pt x="760336" y="304736"/>
                  </a:lnTo>
                  <a:lnTo>
                    <a:pt x="736947" y="304272"/>
                  </a:lnTo>
                  <a:lnTo>
                    <a:pt x="690061" y="300359"/>
                  </a:lnTo>
                  <a:lnTo>
                    <a:pt x="633896" y="289488"/>
                  </a:lnTo>
                  <a:lnTo>
                    <a:pt x="581521" y="269053"/>
                  </a:lnTo>
                  <a:lnTo>
                    <a:pt x="542001" y="242234"/>
                  </a:lnTo>
                  <a:lnTo>
                    <a:pt x="510206" y="210755"/>
                  </a:lnTo>
                  <a:lnTo>
                    <a:pt x="481004" y="176337"/>
                  </a:lnTo>
                  <a:lnTo>
                    <a:pt x="465772" y="158565"/>
                  </a:lnTo>
                  <a:lnTo>
                    <a:pt x="430838" y="122971"/>
                  </a:lnTo>
                  <a:lnTo>
                    <a:pt x="385668" y="88746"/>
                  </a:lnTo>
                  <a:lnTo>
                    <a:pt x="325130" y="57614"/>
                  </a:lnTo>
                  <a:lnTo>
                    <a:pt x="287495" y="43745"/>
                  </a:lnTo>
                  <a:lnTo>
                    <a:pt x="244094" y="31296"/>
                  </a:lnTo>
                  <a:lnTo>
                    <a:pt x="194286" y="20482"/>
                  </a:lnTo>
                  <a:lnTo>
                    <a:pt x="137428" y="11517"/>
                  </a:lnTo>
                  <a:lnTo>
                    <a:pt x="72880" y="46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D47DAFD-38A8-2E5D-6A72-9C2DB19A1C42}"/>
                </a:ext>
              </a:extLst>
            </p:cNvPr>
            <p:cNvSpPr/>
            <p:nvPr/>
          </p:nvSpPr>
          <p:spPr>
            <a:xfrm>
              <a:off x="0" y="4159008"/>
              <a:ext cx="1823085" cy="984885"/>
            </a:xfrm>
            <a:custGeom>
              <a:avLst/>
              <a:gdLst/>
              <a:ahLst/>
              <a:cxnLst/>
              <a:rect l="l" t="t" r="r" b="b"/>
              <a:pathLst>
                <a:path w="1823085" h="984885">
                  <a:moveTo>
                    <a:pt x="104395" y="0"/>
                  </a:moveTo>
                  <a:lnTo>
                    <a:pt x="0" y="15400"/>
                  </a:lnTo>
                  <a:lnTo>
                    <a:pt x="0" y="984490"/>
                  </a:lnTo>
                  <a:lnTo>
                    <a:pt x="1822719" y="984490"/>
                  </a:lnTo>
                  <a:lnTo>
                    <a:pt x="1801562" y="920562"/>
                  </a:lnTo>
                  <a:lnTo>
                    <a:pt x="1776749" y="860996"/>
                  </a:lnTo>
                  <a:lnTo>
                    <a:pt x="1749891" y="809784"/>
                  </a:lnTo>
                  <a:lnTo>
                    <a:pt x="1721089" y="766362"/>
                  </a:lnTo>
                  <a:lnTo>
                    <a:pt x="1690446" y="730163"/>
                  </a:lnTo>
                  <a:lnTo>
                    <a:pt x="1658064" y="700623"/>
                  </a:lnTo>
                  <a:lnTo>
                    <a:pt x="1624044" y="677178"/>
                  </a:lnTo>
                  <a:lnTo>
                    <a:pt x="1005624" y="672960"/>
                  </a:lnTo>
                  <a:lnTo>
                    <a:pt x="963169" y="671757"/>
                  </a:lnTo>
                  <a:lnTo>
                    <a:pt x="920745" y="667864"/>
                  </a:lnTo>
                  <a:lnTo>
                    <a:pt x="878427" y="660851"/>
                  </a:lnTo>
                  <a:lnTo>
                    <a:pt x="836294" y="650290"/>
                  </a:lnTo>
                  <a:lnTo>
                    <a:pt x="797220" y="636099"/>
                  </a:lnTo>
                  <a:lnTo>
                    <a:pt x="734586" y="597662"/>
                  </a:lnTo>
                  <a:lnTo>
                    <a:pt x="687750" y="547583"/>
                  </a:lnTo>
                  <a:lnTo>
                    <a:pt x="650848" y="487983"/>
                  </a:lnTo>
                  <a:lnTo>
                    <a:pt x="618016" y="420981"/>
                  </a:lnTo>
                  <a:lnTo>
                    <a:pt x="601294" y="385366"/>
                  </a:lnTo>
                  <a:lnTo>
                    <a:pt x="583391" y="348695"/>
                  </a:lnTo>
                  <a:lnTo>
                    <a:pt x="563573" y="311234"/>
                  </a:lnTo>
                  <a:lnTo>
                    <a:pt x="541107" y="273247"/>
                  </a:lnTo>
                  <a:lnTo>
                    <a:pt x="515261" y="234999"/>
                  </a:lnTo>
                  <a:lnTo>
                    <a:pt x="485301" y="196755"/>
                  </a:lnTo>
                  <a:lnTo>
                    <a:pt x="450495" y="158780"/>
                  </a:lnTo>
                  <a:lnTo>
                    <a:pt x="410109" y="121338"/>
                  </a:lnTo>
                  <a:lnTo>
                    <a:pt x="363410" y="84696"/>
                  </a:lnTo>
                  <a:lnTo>
                    <a:pt x="319922" y="56744"/>
                  </a:lnTo>
                  <a:lnTo>
                    <a:pt x="276242" y="34989"/>
                  </a:lnTo>
                  <a:lnTo>
                    <a:pt x="232611" y="18935"/>
                  </a:lnTo>
                  <a:lnTo>
                    <a:pt x="189267" y="8084"/>
                  </a:lnTo>
                  <a:lnTo>
                    <a:pt x="146449" y="1938"/>
                  </a:lnTo>
                  <a:lnTo>
                    <a:pt x="104395" y="0"/>
                  </a:lnTo>
                  <a:close/>
                </a:path>
                <a:path w="1823085" h="984885">
                  <a:moveTo>
                    <a:pt x="1432941" y="631596"/>
                  </a:moveTo>
                  <a:lnTo>
                    <a:pt x="1388482" y="633014"/>
                  </a:lnTo>
                  <a:lnTo>
                    <a:pt x="1342986" y="636816"/>
                  </a:lnTo>
                  <a:lnTo>
                    <a:pt x="1296574" y="642320"/>
                  </a:lnTo>
                  <a:lnTo>
                    <a:pt x="1153048" y="662236"/>
                  </a:lnTo>
                  <a:lnTo>
                    <a:pt x="1104178" y="667740"/>
                  </a:lnTo>
                  <a:lnTo>
                    <a:pt x="1054997" y="671541"/>
                  </a:lnTo>
                  <a:lnTo>
                    <a:pt x="1005624" y="672960"/>
                  </a:lnTo>
                  <a:lnTo>
                    <a:pt x="1615672" y="672960"/>
                  </a:lnTo>
                  <a:lnTo>
                    <a:pt x="1588487" y="659262"/>
                  </a:lnTo>
                  <a:lnTo>
                    <a:pt x="1551497" y="646311"/>
                  </a:lnTo>
                  <a:lnTo>
                    <a:pt x="1513175" y="637759"/>
                  </a:lnTo>
                  <a:lnTo>
                    <a:pt x="1473622" y="633043"/>
                  </a:lnTo>
                  <a:lnTo>
                    <a:pt x="1432941" y="631596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6" name="object 6">
            <a:extLst>
              <a:ext uri="{FF2B5EF4-FFF2-40B4-BE49-F238E27FC236}">
                <a16:creationId xmlns:a16="http://schemas.microsoft.com/office/drawing/2014/main" id="{48960E37-0535-7062-4E1E-0B503CA576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4820411"/>
            <a:ext cx="163067" cy="164592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3A579108-EBD5-29EA-0755-8B7BDCC3AE6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336" y="3951732"/>
            <a:ext cx="99059" cy="99059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0FF9E5DD-3CE7-464F-F5B4-ECCD514B86A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3667" y="4390644"/>
            <a:ext cx="97535" cy="99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D5FC492A-4B38-87A1-A894-D3C4C07F490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59023" y="4738115"/>
            <a:ext cx="99059" cy="97536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B1F302FA-90E5-8000-A2E6-7474120D55FB}"/>
              </a:ext>
            </a:extLst>
          </p:cNvPr>
          <p:cNvGrpSpPr/>
          <p:nvPr/>
        </p:nvGrpSpPr>
        <p:grpSpPr>
          <a:xfrm>
            <a:off x="0" y="0"/>
            <a:ext cx="5085080" cy="978535"/>
            <a:chOff x="0" y="0"/>
            <a:chExt cx="5085080" cy="978535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832A894-2DDA-BAA1-C683-C62B25101243}"/>
                </a:ext>
              </a:extLst>
            </p:cNvPr>
            <p:cNvSpPr/>
            <p:nvPr/>
          </p:nvSpPr>
          <p:spPr>
            <a:xfrm>
              <a:off x="296354" y="0"/>
              <a:ext cx="4789170" cy="696595"/>
            </a:xfrm>
            <a:custGeom>
              <a:avLst/>
              <a:gdLst/>
              <a:ahLst/>
              <a:cxnLst/>
              <a:rect l="l" t="t" r="r" b="b"/>
              <a:pathLst>
                <a:path w="4789170" h="696595">
                  <a:moveTo>
                    <a:pt x="4681371" y="255059"/>
                  </a:moveTo>
                  <a:lnTo>
                    <a:pt x="880270" y="255059"/>
                  </a:lnTo>
                  <a:lnTo>
                    <a:pt x="980543" y="255907"/>
                  </a:lnTo>
                  <a:lnTo>
                    <a:pt x="1080708" y="258482"/>
                  </a:lnTo>
                  <a:lnTo>
                    <a:pt x="1180745" y="262949"/>
                  </a:lnTo>
                  <a:lnTo>
                    <a:pt x="1230709" y="265944"/>
                  </a:lnTo>
                  <a:lnTo>
                    <a:pt x="1280633" y="269473"/>
                  </a:lnTo>
                  <a:lnTo>
                    <a:pt x="1330515" y="273558"/>
                  </a:lnTo>
                  <a:lnTo>
                    <a:pt x="1381782" y="278302"/>
                  </a:lnTo>
                  <a:lnTo>
                    <a:pt x="1432941" y="283633"/>
                  </a:lnTo>
                  <a:lnTo>
                    <a:pt x="1483992" y="289530"/>
                  </a:lnTo>
                  <a:lnTo>
                    <a:pt x="1534940" y="295972"/>
                  </a:lnTo>
                  <a:lnTo>
                    <a:pt x="1585786" y="302940"/>
                  </a:lnTo>
                  <a:lnTo>
                    <a:pt x="1687179" y="318370"/>
                  </a:lnTo>
                  <a:lnTo>
                    <a:pt x="1788190" y="335661"/>
                  </a:lnTo>
                  <a:lnTo>
                    <a:pt x="1888836" y="354648"/>
                  </a:lnTo>
                  <a:lnTo>
                    <a:pt x="1989134" y="375171"/>
                  </a:lnTo>
                  <a:lnTo>
                    <a:pt x="2089101" y="397069"/>
                  </a:lnTo>
                  <a:lnTo>
                    <a:pt x="2238471" y="432138"/>
                  </a:lnTo>
                  <a:lnTo>
                    <a:pt x="2436636" y="482198"/>
                  </a:lnTo>
                  <a:lnTo>
                    <a:pt x="2824168" y="586737"/>
                  </a:lnTo>
                  <a:lnTo>
                    <a:pt x="2918679" y="611199"/>
                  </a:lnTo>
                  <a:lnTo>
                    <a:pt x="2966124" y="622798"/>
                  </a:lnTo>
                  <a:lnTo>
                    <a:pt x="3013729" y="633854"/>
                  </a:lnTo>
                  <a:lnTo>
                    <a:pt x="3061524" y="644275"/>
                  </a:lnTo>
                  <a:lnTo>
                    <a:pt x="3109533" y="653970"/>
                  </a:lnTo>
                  <a:lnTo>
                    <a:pt x="3157784" y="662847"/>
                  </a:lnTo>
                  <a:lnTo>
                    <a:pt x="3206305" y="670813"/>
                  </a:lnTo>
                  <a:lnTo>
                    <a:pt x="3258926" y="678001"/>
                  </a:lnTo>
                  <a:lnTo>
                    <a:pt x="3311709" y="684025"/>
                  </a:lnTo>
                  <a:lnTo>
                    <a:pt x="3364626" y="688865"/>
                  </a:lnTo>
                  <a:lnTo>
                    <a:pt x="3417649" y="692499"/>
                  </a:lnTo>
                  <a:lnTo>
                    <a:pt x="3470749" y="694906"/>
                  </a:lnTo>
                  <a:lnTo>
                    <a:pt x="3523898" y="696067"/>
                  </a:lnTo>
                  <a:lnTo>
                    <a:pt x="3577068" y="695959"/>
                  </a:lnTo>
                  <a:lnTo>
                    <a:pt x="3635819" y="694436"/>
                  </a:lnTo>
                  <a:lnTo>
                    <a:pt x="3698958" y="690861"/>
                  </a:lnTo>
                  <a:lnTo>
                    <a:pt x="3750636" y="686544"/>
                  </a:lnTo>
                  <a:lnTo>
                    <a:pt x="3802203" y="680938"/>
                  </a:lnTo>
                  <a:lnTo>
                    <a:pt x="3853576" y="674006"/>
                  </a:lnTo>
                  <a:lnTo>
                    <a:pt x="3904676" y="665712"/>
                  </a:lnTo>
                  <a:lnTo>
                    <a:pt x="3955421" y="656019"/>
                  </a:lnTo>
                  <a:lnTo>
                    <a:pt x="4005730" y="644889"/>
                  </a:lnTo>
                  <a:lnTo>
                    <a:pt x="4055522" y="632285"/>
                  </a:lnTo>
                  <a:lnTo>
                    <a:pt x="4104716" y="618171"/>
                  </a:lnTo>
                  <a:lnTo>
                    <a:pt x="4153230" y="602509"/>
                  </a:lnTo>
                  <a:lnTo>
                    <a:pt x="4200984" y="585262"/>
                  </a:lnTo>
                  <a:lnTo>
                    <a:pt x="4247896" y="566394"/>
                  </a:lnTo>
                  <a:lnTo>
                    <a:pt x="4293885" y="545867"/>
                  </a:lnTo>
                  <a:lnTo>
                    <a:pt x="4338870" y="523644"/>
                  </a:lnTo>
                  <a:lnTo>
                    <a:pt x="4382771" y="499689"/>
                  </a:lnTo>
                  <a:lnTo>
                    <a:pt x="4425505" y="473963"/>
                  </a:lnTo>
                  <a:lnTo>
                    <a:pt x="4462805" y="449572"/>
                  </a:lnTo>
                  <a:lnTo>
                    <a:pt x="4500937" y="422469"/>
                  </a:lnTo>
                  <a:lnTo>
                    <a:pt x="4539259" y="392896"/>
                  </a:lnTo>
                  <a:lnTo>
                    <a:pt x="4577134" y="361093"/>
                  </a:lnTo>
                  <a:lnTo>
                    <a:pt x="4613920" y="327303"/>
                  </a:lnTo>
                  <a:lnTo>
                    <a:pt x="4648977" y="291766"/>
                  </a:lnTo>
                  <a:lnTo>
                    <a:pt x="4681371" y="255059"/>
                  </a:lnTo>
                  <a:close/>
                </a:path>
                <a:path w="4789170" h="696595">
                  <a:moveTo>
                    <a:pt x="4783525" y="0"/>
                  </a:moveTo>
                  <a:lnTo>
                    <a:pt x="1727611" y="0"/>
                  </a:lnTo>
                  <a:lnTo>
                    <a:pt x="1036621" y="13628"/>
                  </a:lnTo>
                  <a:lnTo>
                    <a:pt x="675997" y="28186"/>
                  </a:lnTo>
                  <a:lnTo>
                    <a:pt x="415714" y="43621"/>
                  </a:lnTo>
                  <a:lnTo>
                    <a:pt x="207731" y="59622"/>
                  </a:lnTo>
                  <a:lnTo>
                    <a:pt x="0" y="79375"/>
                  </a:lnTo>
                  <a:lnTo>
                    <a:pt x="1848" y="133286"/>
                  </a:lnTo>
                  <a:lnTo>
                    <a:pt x="3317" y="187198"/>
                  </a:lnTo>
                  <a:lnTo>
                    <a:pt x="4525" y="241109"/>
                  </a:lnTo>
                  <a:lnTo>
                    <a:pt x="5587" y="295021"/>
                  </a:lnTo>
                  <a:lnTo>
                    <a:pt x="370391" y="271279"/>
                  </a:lnTo>
                  <a:lnTo>
                    <a:pt x="579005" y="261238"/>
                  </a:lnTo>
                  <a:lnTo>
                    <a:pt x="729702" y="256668"/>
                  </a:lnTo>
                  <a:lnTo>
                    <a:pt x="830099" y="255232"/>
                  </a:lnTo>
                  <a:lnTo>
                    <a:pt x="4681371" y="255059"/>
                  </a:lnTo>
                  <a:lnTo>
                    <a:pt x="4681667" y="254724"/>
                  </a:lnTo>
                  <a:lnTo>
                    <a:pt x="4711349" y="216417"/>
                  </a:lnTo>
                  <a:lnTo>
                    <a:pt x="4737383" y="177087"/>
                  </a:lnTo>
                  <a:lnTo>
                    <a:pt x="4759130" y="136975"/>
                  </a:lnTo>
                  <a:lnTo>
                    <a:pt x="4775949" y="96323"/>
                  </a:lnTo>
                  <a:lnTo>
                    <a:pt x="4787201" y="55372"/>
                  </a:lnTo>
                  <a:lnTo>
                    <a:pt x="4788574" y="12009"/>
                  </a:lnTo>
                  <a:lnTo>
                    <a:pt x="4783525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05A96A6-F67D-E4EF-3000-095C4A37A1A5}"/>
                </a:ext>
              </a:extLst>
            </p:cNvPr>
            <p:cNvSpPr/>
            <p:nvPr/>
          </p:nvSpPr>
          <p:spPr>
            <a:xfrm>
              <a:off x="402374" y="0"/>
              <a:ext cx="2377440" cy="833755"/>
            </a:xfrm>
            <a:custGeom>
              <a:avLst/>
              <a:gdLst/>
              <a:ahLst/>
              <a:cxnLst/>
              <a:rect l="l" t="t" r="r" b="b"/>
              <a:pathLst>
                <a:path w="2377440" h="833755">
                  <a:moveTo>
                    <a:pt x="2377024" y="0"/>
                  </a:moveTo>
                  <a:lnTo>
                    <a:pt x="38305" y="0"/>
                  </a:lnTo>
                  <a:lnTo>
                    <a:pt x="40270" y="30914"/>
                  </a:lnTo>
                  <a:lnTo>
                    <a:pt x="43274" y="81226"/>
                  </a:lnTo>
                  <a:lnTo>
                    <a:pt x="45991" y="131564"/>
                  </a:lnTo>
                  <a:lnTo>
                    <a:pt x="48323" y="181918"/>
                  </a:lnTo>
                  <a:lnTo>
                    <a:pt x="50175" y="232278"/>
                  </a:lnTo>
                  <a:lnTo>
                    <a:pt x="51451" y="282635"/>
                  </a:lnTo>
                  <a:lnTo>
                    <a:pt x="52027" y="330698"/>
                  </a:lnTo>
                  <a:lnTo>
                    <a:pt x="51971" y="358560"/>
                  </a:lnTo>
                  <a:lnTo>
                    <a:pt x="50862" y="433592"/>
                  </a:lnTo>
                  <a:lnTo>
                    <a:pt x="48873" y="483841"/>
                  </a:lnTo>
                  <a:lnTo>
                    <a:pt x="45874" y="533274"/>
                  </a:lnTo>
                  <a:lnTo>
                    <a:pt x="41630" y="584177"/>
                  </a:lnTo>
                  <a:lnTo>
                    <a:pt x="36185" y="634245"/>
                  </a:lnTo>
                  <a:lnTo>
                    <a:pt x="29395" y="684234"/>
                  </a:lnTo>
                  <a:lnTo>
                    <a:pt x="21165" y="734133"/>
                  </a:lnTo>
                  <a:lnTo>
                    <a:pt x="11398" y="783934"/>
                  </a:lnTo>
                  <a:lnTo>
                    <a:pt x="0" y="833627"/>
                  </a:lnTo>
                  <a:lnTo>
                    <a:pt x="72880" y="829004"/>
                  </a:lnTo>
                  <a:lnTo>
                    <a:pt x="137428" y="822100"/>
                  </a:lnTo>
                  <a:lnTo>
                    <a:pt x="194286" y="813132"/>
                  </a:lnTo>
                  <a:lnTo>
                    <a:pt x="244094" y="802315"/>
                  </a:lnTo>
                  <a:lnTo>
                    <a:pt x="287495" y="789863"/>
                  </a:lnTo>
                  <a:lnTo>
                    <a:pt x="325130" y="775992"/>
                  </a:lnTo>
                  <a:lnTo>
                    <a:pt x="385668" y="744857"/>
                  </a:lnTo>
                  <a:lnTo>
                    <a:pt x="430838" y="710630"/>
                  </a:lnTo>
                  <a:lnTo>
                    <a:pt x="465772" y="675035"/>
                  </a:lnTo>
                  <a:lnTo>
                    <a:pt x="495602" y="639794"/>
                  </a:lnTo>
                  <a:lnTo>
                    <a:pt x="510206" y="622845"/>
                  </a:lnTo>
                  <a:lnTo>
                    <a:pt x="542001" y="591366"/>
                  </a:lnTo>
                  <a:lnTo>
                    <a:pt x="581521" y="564548"/>
                  </a:lnTo>
                  <a:lnTo>
                    <a:pt x="633896" y="544113"/>
                  </a:lnTo>
                  <a:lnTo>
                    <a:pt x="690061" y="533274"/>
                  </a:lnTo>
                  <a:lnTo>
                    <a:pt x="736947" y="529310"/>
                  </a:lnTo>
                  <a:lnTo>
                    <a:pt x="760336" y="528827"/>
                  </a:lnTo>
                  <a:lnTo>
                    <a:pt x="1874829" y="528827"/>
                  </a:lnTo>
                  <a:lnTo>
                    <a:pt x="1898503" y="519018"/>
                  </a:lnTo>
                  <a:lnTo>
                    <a:pt x="1950766" y="494716"/>
                  </a:lnTo>
                  <a:lnTo>
                    <a:pt x="2000642" y="469000"/>
                  </a:lnTo>
                  <a:lnTo>
                    <a:pt x="2047926" y="442198"/>
                  </a:lnTo>
                  <a:lnTo>
                    <a:pt x="2092413" y="414639"/>
                  </a:lnTo>
                  <a:lnTo>
                    <a:pt x="2133900" y="386650"/>
                  </a:lnTo>
                  <a:lnTo>
                    <a:pt x="2172181" y="358560"/>
                  </a:lnTo>
                  <a:lnTo>
                    <a:pt x="2207052" y="330698"/>
                  </a:lnTo>
                  <a:lnTo>
                    <a:pt x="2238308" y="303392"/>
                  </a:lnTo>
                  <a:lnTo>
                    <a:pt x="2289158" y="251760"/>
                  </a:lnTo>
                  <a:lnTo>
                    <a:pt x="2323092" y="206292"/>
                  </a:lnTo>
                  <a:lnTo>
                    <a:pt x="2344629" y="149417"/>
                  </a:lnTo>
                  <a:lnTo>
                    <a:pt x="2354554" y="101317"/>
                  </a:lnTo>
                  <a:lnTo>
                    <a:pt x="2364862" y="48816"/>
                  </a:lnTo>
                  <a:lnTo>
                    <a:pt x="2377024" y="0"/>
                  </a:lnTo>
                  <a:close/>
                </a:path>
                <a:path w="2377440" h="833755">
                  <a:moveTo>
                    <a:pt x="1874829" y="528827"/>
                  </a:moveTo>
                  <a:lnTo>
                    <a:pt x="760336" y="528827"/>
                  </a:lnTo>
                  <a:lnTo>
                    <a:pt x="805630" y="530434"/>
                  </a:lnTo>
                  <a:lnTo>
                    <a:pt x="851094" y="534905"/>
                  </a:lnTo>
                  <a:lnTo>
                    <a:pt x="896925" y="541721"/>
                  </a:lnTo>
                  <a:lnTo>
                    <a:pt x="943318" y="550360"/>
                  </a:lnTo>
                  <a:lnTo>
                    <a:pt x="990470" y="560301"/>
                  </a:lnTo>
                  <a:lnTo>
                    <a:pt x="1087835" y="582008"/>
                  </a:lnTo>
                  <a:lnTo>
                    <a:pt x="1138441" y="592731"/>
                  </a:lnTo>
                  <a:lnTo>
                    <a:pt x="1190591" y="602672"/>
                  </a:lnTo>
                  <a:lnTo>
                    <a:pt x="1244480" y="611311"/>
                  </a:lnTo>
                  <a:lnTo>
                    <a:pt x="1300306" y="618127"/>
                  </a:lnTo>
                  <a:lnTo>
                    <a:pt x="1358264" y="622598"/>
                  </a:lnTo>
                  <a:lnTo>
                    <a:pt x="1418551" y="624204"/>
                  </a:lnTo>
                  <a:lnTo>
                    <a:pt x="1463882" y="623270"/>
                  </a:lnTo>
                  <a:lnTo>
                    <a:pt x="1510595" y="620347"/>
                  </a:lnTo>
                  <a:lnTo>
                    <a:pt x="1558783" y="615257"/>
                  </a:lnTo>
                  <a:lnTo>
                    <a:pt x="1608543" y="607822"/>
                  </a:lnTo>
                  <a:lnTo>
                    <a:pt x="1669673" y="595516"/>
                  </a:lnTo>
                  <a:lnTo>
                    <a:pt x="1729438" y="580155"/>
                  </a:lnTo>
                  <a:lnTo>
                    <a:pt x="1787635" y="562066"/>
                  </a:lnTo>
                  <a:lnTo>
                    <a:pt x="1844058" y="541577"/>
                  </a:lnTo>
                  <a:lnTo>
                    <a:pt x="1874829" y="528827"/>
                  </a:lnTo>
                  <a:close/>
                </a:path>
              </a:pathLst>
            </a:custGeom>
            <a:solidFill>
              <a:srgbClr val="80C8DD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9E49808-5713-A229-365F-B8546994A60A}"/>
                </a:ext>
              </a:extLst>
            </p:cNvPr>
            <p:cNvSpPr/>
            <p:nvPr/>
          </p:nvSpPr>
          <p:spPr>
            <a:xfrm>
              <a:off x="0" y="0"/>
              <a:ext cx="1821180" cy="978535"/>
            </a:xfrm>
            <a:custGeom>
              <a:avLst/>
              <a:gdLst/>
              <a:ahLst/>
              <a:cxnLst/>
              <a:rect l="l" t="t" r="r" b="b"/>
              <a:pathLst>
                <a:path w="1821180" h="978535">
                  <a:moveTo>
                    <a:pt x="1820696" y="0"/>
                  </a:moveTo>
                  <a:lnTo>
                    <a:pt x="0" y="0"/>
                  </a:lnTo>
                  <a:lnTo>
                    <a:pt x="0" y="963007"/>
                  </a:lnTo>
                  <a:lnTo>
                    <a:pt x="104395" y="978408"/>
                  </a:lnTo>
                  <a:lnTo>
                    <a:pt x="146449" y="976472"/>
                  </a:lnTo>
                  <a:lnTo>
                    <a:pt x="189267" y="970331"/>
                  </a:lnTo>
                  <a:lnTo>
                    <a:pt x="232611" y="959485"/>
                  </a:lnTo>
                  <a:lnTo>
                    <a:pt x="276242" y="943431"/>
                  </a:lnTo>
                  <a:lnTo>
                    <a:pt x="319922" y="921669"/>
                  </a:lnTo>
                  <a:lnTo>
                    <a:pt x="363410" y="893699"/>
                  </a:lnTo>
                  <a:lnTo>
                    <a:pt x="410109" y="857057"/>
                  </a:lnTo>
                  <a:lnTo>
                    <a:pt x="450495" y="819616"/>
                  </a:lnTo>
                  <a:lnTo>
                    <a:pt x="485301" y="781640"/>
                  </a:lnTo>
                  <a:lnTo>
                    <a:pt x="515261" y="743394"/>
                  </a:lnTo>
                  <a:lnTo>
                    <a:pt x="541107" y="705144"/>
                  </a:lnTo>
                  <a:lnTo>
                    <a:pt x="563573" y="667154"/>
                  </a:lnTo>
                  <a:lnTo>
                    <a:pt x="583391" y="629690"/>
                  </a:lnTo>
                  <a:lnTo>
                    <a:pt x="601294" y="593018"/>
                  </a:lnTo>
                  <a:lnTo>
                    <a:pt x="618016" y="557402"/>
                  </a:lnTo>
                  <a:lnTo>
                    <a:pt x="634290" y="523108"/>
                  </a:lnTo>
                  <a:lnTo>
                    <a:pt x="668424" y="459547"/>
                  </a:lnTo>
                  <a:lnTo>
                    <a:pt x="709559" y="404455"/>
                  </a:lnTo>
                  <a:lnTo>
                    <a:pt x="763562" y="359954"/>
                  </a:lnTo>
                  <a:lnTo>
                    <a:pt x="836294" y="328167"/>
                  </a:lnTo>
                  <a:lnTo>
                    <a:pt x="878427" y="317597"/>
                  </a:lnTo>
                  <a:lnTo>
                    <a:pt x="920745" y="310562"/>
                  </a:lnTo>
                  <a:lnTo>
                    <a:pt x="963169" y="306647"/>
                  </a:lnTo>
                  <a:lnTo>
                    <a:pt x="1005624" y="305435"/>
                  </a:lnTo>
                  <a:lnTo>
                    <a:pt x="1615684" y="305435"/>
                  </a:lnTo>
                  <a:lnTo>
                    <a:pt x="1624044" y="301220"/>
                  </a:lnTo>
                  <a:lnTo>
                    <a:pt x="1658064" y="277764"/>
                  </a:lnTo>
                  <a:lnTo>
                    <a:pt x="1690446" y="248216"/>
                  </a:lnTo>
                  <a:lnTo>
                    <a:pt x="1721089" y="212010"/>
                  </a:lnTo>
                  <a:lnTo>
                    <a:pt x="1749891" y="168582"/>
                  </a:lnTo>
                  <a:lnTo>
                    <a:pt x="1776749" y="117369"/>
                  </a:lnTo>
                  <a:lnTo>
                    <a:pt x="1801562" y="57807"/>
                  </a:lnTo>
                  <a:lnTo>
                    <a:pt x="1820696" y="0"/>
                  </a:lnTo>
                  <a:close/>
                </a:path>
                <a:path w="1821180" h="978535">
                  <a:moveTo>
                    <a:pt x="1615684" y="305435"/>
                  </a:moveTo>
                  <a:lnTo>
                    <a:pt x="1005624" y="305435"/>
                  </a:lnTo>
                  <a:lnTo>
                    <a:pt x="1054997" y="306854"/>
                  </a:lnTo>
                  <a:lnTo>
                    <a:pt x="1104178" y="310659"/>
                  </a:lnTo>
                  <a:lnTo>
                    <a:pt x="1153048" y="316168"/>
                  </a:lnTo>
                  <a:lnTo>
                    <a:pt x="1296574" y="336103"/>
                  </a:lnTo>
                  <a:lnTo>
                    <a:pt x="1342986" y="341612"/>
                  </a:lnTo>
                  <a:lnTo>
                    <a:pt x="1388482" y="345417"/>
                  </a:lnTo>
                  <a:lnTo>
                    <a:pt x="1432941" y="346837"/>
                  </a:lnTo>
                  <a:lnTo>
                    <a:pt x="1473622" y="345388"/>
                  </a:lnTo>
                  <a:lnTo>
                    <a:pt x="1513175" y="340666"/>
                  </a:lnTo>
                  <a:lnTo>
                    <a:pt x="1551497" y="332106"/>
                  </a:lnTo>
                  <a:lnTo>
                    <a:pt x="1588487" y="319146"/>
                  </a:lnTo>
                  <a:lnTo>
                    <a:pt x="1615684" y="305435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4" name="object 14">
            <a:extLst>
              <a:ext uri="{FF2B5EF4-FFF2-40B4-BE49-F238E27FC236}">
                <a16:creationId xmlns:a16="http://schemas.microsoft.com/office/drawing/2014/main" id="{B0677426-66D2-3AEB-1A22-744BCA7EEA3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2336" y="1086611"/>
            <a:ext cx="99059" cy="99060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D7230918-3577-53AA-E58A-E129781A8A4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3667" y="647700"/>
            <a:ext cx="97535" cy="99060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A6415DC4-1EB6-994E-DE83-0F03DED575E3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59023" y="301752"/>
            <a:ext cx="99059" cy="97536"/>
          </a:xfrm>
          <a:prstGeom prst="rect">
            <a:avLst/>
          </a:prstGeom>
        </p:spPr>
      </p:pic>
      <p:pic>
        <p:nvPicPr>
          <p:cNvPr id="17" name="object 17">
            <a:extLst>
              <a:ext uri="{FF2B5EF4-FFF2-40B4-BE49-F238E27FC236}">
                <a16:creationId xmlns:a16="http://schemas.microsoft.com/office/drawing/2014/main" id="{076CC5E6-D45A-8708-AE3C-8B26C61195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7132" y="152400"/>
            <a:ext cx="163067" cy="1645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BE11A7D-D709-0C84-4516-859B203AB290}"/>
              </a:ext>
            </a:extLst>
          </p:cNvPr>
          <p:cNvSpPr txBox="1"/>
          <p:nvPr/>
        </p:nvSpPr>
        <p:spPr>
          <a:xfrm>
            <a:off x="2885834" y="632164"/>
            <a:ext cx="3496065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1000"/>
              </a:spcBef>
            </a:pPr>
            <a:r>
              <a:rPr lang="en-US" sz="2400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Machine Learning Models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7437AF-0CD3-AD0C-C626-05CF8FB8B4BD}"/>
              </a:ext>
            </a:extLst>
          </p:cNvPr>
          <p:cNvSpPr txBox="1"/>
          <p:nvPr/>
        </p:nvSpPr>
        <p:spPr>
          <a:xfrm>
            <a:off x="622552" y="1493429"/>
            <a:ext cx="3111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1 – Linear Regression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A60649-F761-D8ED-FC74-2F1B0ED9B93B}"/>
              </a:ext>
            </a:extLst>
          </p:cNvPr>
          <p:cNvSpPr txBox="1"/>
          <p:nvPr/>
        </p:nvSpPr>
        <p:spPr>
          <a:xfrm>
            <a:off x="5328665" y="1502690"/>
            <a:ext cx="3367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4F81BD"/>
                </a:solidFill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Dataset 2 – Linear Regression</a:t>
            </a:r>
            <a:endParaRPr lang="en-US" dirty="0"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99A961A9-D7FC-76FA-0467-B74691905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0928" y="2054462"/>
            <a:ext cx="10036261" cy="50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468B8C-EB79-1A01-BB19-EE5DED828AB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458"/>
          <a:stretch/>
        </p:blipFill>
        <p:spPr>
          <a:xfrm>
            <a:off x="213387" y="1958676"/>
            <a:ext cx="4035933" cy="30582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76D9F6-82DD-C607-E301-403597D496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4682" y="1926485"/>
            <a:ext cx="3801868" cy="291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639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44920" y="0"/>
            <a:ext cx="2799080" cy="1526540"/>
            <a:chOff x="6345458" y="0"/>
            <a:chExt cx="2799080" cy="1526540"/>
          </a:xfrm>
        </p:grpSpPr>
        <p:sp>
          <p:nvSpPr>
            <p:cNvPr id="3" name="object 3"/>
            <p:cNvSpPr/>
            <p:nvPr/>
          </p:nvSpPr>
          <p:spPr>
            <a:xfrm>
              <a:off x="6345458" y="0"/>
              <a:ext cx="2799080" cy="1526540"/>
            </a:xfrm>
            <a:custGeom>
              <a:avLst/>
              <a:gdLst/>
              <a:ahLst/>
              <a:cxnLst/>
              <a:rect l="l" t="t" r="r" b="b"/>
              <a:pathLst>
                <a:path w="2799079" h="1526540">
                  <a:moveTo>
                    <a:pt x="2798542" y="532002"/>
                  </a:moveTo>
                  <a:lnTo>
                    <a:pt x="1823182" y="532002"/>
                  </a:lnTo>
                  <a:lnTo>
                    <a:pt x="1862744" y="534384"/>
                  </a:lnTo>
                  <a:lnTo>
                    <a:pt x="1901842" y="541527"/>
                  </a:lnTo>
                  <a:lnTo>
                    <a:pt x="1939964" y="553434"/>
                  </a:lnTo>
                  <a:lnTo>
                    <a:pt x="1976598" y="570102"/>
                  </a:lnTo>
                  <a:lnTo>
                    <a:pt x="2016767" y="596534"/>
                  </a:lnTo>
                  <a:lnTo>
                    <a:pt x="2051056" y="627353"/>
                  </a:lnTo>
                  <a:lnTo>
                    <a:pt x="2080179" y="662033"/>
                  </a:lnTo>
                  <a:lnTo>
                    <a:pt x="2104849" y="700047"/>
                  </a:lnTo>
                  <a:lnTo>
                    <a:pt x="2125777" y="740868"/>
                  </a:lnTo>
                  <a:lnTo>
                    <a:pt x="2143677" y="783970"/>
                  </a:lnTo>
                  <a:lnTo>
                    <a:pt x="2159262" y="828825"/>
                  </a:lnTo>
                  <a:lnTo>
                    <a:pt x="2173244" y="874908"/>
                  </a:lnTo>
                  <a:lnTo>
                    <a:pt x="2186336" y="921690"/>
                  </a:lnTo>
                  <a:lnTo>
                    <a:pt x="2199251" y="968645"/>
                  </a:lnTo>
                  <a:lnTo>
                    <a:pt x="2212701" y="1015246"/>
                  </a:lnTo>
                  <a:lnTo>
                    <a:pt x="2227400" y="1060967"/>
                  </a:lnTo>
                  <a:lnTo>
                    <a:pt x="2244060" y="1105280"/>
                  </a:lnTo>
                  <a:lnTo>
                    <a:pt x="2264223" y="1148083"/>
                  </a:lnTo>
                  <a:lnTo>
                    <a:pt x="2287333" y="1189179"/>
                  </a:lnTo>
                  <a:lnTo>
                    <a:pt x="2313255" y="1228475"/>
                  </a:lnTo>
                  <a:lnTo>
                    <a:pt x="2341856" y="1265878"/>
                  </a:lnTo>
                  <a:lnTo>
                    <a:pt x="2373000" y="1301295"/>
                  </a:lnTo>
                  <a:lnTo>
                    <a:pt x="2406555" y="1334633"/>
                  </a:lnTo>
                  <a:lnTo>
                    <a:pt x="2442386" y="1365798"/>
                  </a:lnTo>
                  <a:lnTo>
                    <a:pt x="2480359" y="1394698"/>
                  </a:lnTo>
                  <a:lnTo>
                    <a:pt x="2520339" y="1421238"/>
                  </a:lnTo>
                  <a:lnTo>
                    <a:pt x="2562193" y="1445327"/>
                  </a:lnTo>
                  <a:lnTo>
                    <a:pt x="2605787" y="1466870"/>
                  </a:lnTo>
                  <a:lnTo>
                    <a:pt x="2650985" y="1485774"/>
                  </a:lnTo>
                  <a:lnTo>
                    <a:pt x="2697655" y="1501947"/>
                  </a:lnTo>
                  <a:lnTo>
                    <a:pt x="2745662" y="1515295"/>
                  </a:lnTo>
                  <a:lnTo>
                    <a:pt x="2794872" y="1525725"/>
                  </a:lnTo>
                  <a:lnTo>
                    <a:pt x="2798542" y="1526267"/>
                  </a:lnTo>
                  <a:lnTo>
                    <a:pt x="2798542" y="532002"/>
                  </a:lnTo>
                  <a:close/>
                </a:path>
                <a:path w="2799079" h="1526540">
                  <a:moveTo>
                    <a:pt x="2798542" y="0"/>
                  </a:moveTo>
                  <a:lnTo>
                    <a:pt x="0" y="0"/>
                  </a:lnTo>
                  <a:lnTo>
                    <a:pt x="43881" y="21708"/>
                  </a:lnTo>
                  <a:lnTo>
                    <a:pt x="88794" y="47389"/>
                  </a:lnTo>
                  <a:lnTo>
                    <a:pt x="131796" y="75533"/>
                  </a:lnTo>
                  <a:lnTo>
                    <a:pt x="172765" y="106026"/>
                  </a:lnTo>
                  <a:lnTo>
                    <a:pt x="211582" y="138755"/>
                  </a:lnTo>
                  <a:lnTo>
                    <a:pt x="248128" y="173609"/>
                  </a:lnTo>
                  <a:lnTo>
                    <a:pt x="291103" y="223633"/>
                  </a:lnTo>
                  <a:lnTo>
                    <a:pt x="334317" y="285677"/>
                  </a:lnTo>
                  <a:lnTo>
                    <a:pt x="356369" y="320256"/>
                  </a:lnTo>
                  <a:lnTo>
                    <a:pt x="378906" y="356701"/>
                  </a:lnTo>
                  <a:lnTo>
                    <a:pt x="426009" y="433670"/>
                  </a:lnTo>
                  <a:lnTo>
                    <a:pt x="450859" y="473434"/>
                  </a:lnTo>
                  <a:lnTo>
                    <a:pt x="476763" y="513545"/>
                  </a:lnTo>
                  <a:lnTo>
                    <a:pt x="503864" y="553623"/>
                  </a:lnTo>
                  <a:lnTo>
                    <a:pt x="532304" y="593289"/>
                  </a:lnTo>
                  <a:lnTo>
                    <a:pt x="562225" y="632164"/>
                  </a:lnTo>
                  <a:lnTo>
                    <a:pt x="593770" y="669866"/>
                  </a:lnTo>
                  <a:lnTo>
                    <a:pt x="627080" y="706018"/>
                  </a:lnTo>
                  <a:lnTo>
                    <a:pt x="662299" y="740238"/>
                  </a:lnTo>
                  <a:lnTo>
                    <a:pt x="699567" y="772148"/>
                  </a:lnTo>
                  <a:lnTo>
                    <a:pt x="739027" y="801368"/>
                  </a:lnTo>
                  <a:lnTo>
                    <a:pt x="780822" y="827518"/>
                  </a:lnTo>
                  <a:lnTo>
                    <a:pt x="825093" y="850218"/>
                  </a:lnTo>
                  <a:lnTo>
                    <a:pt x="871983" y="869089"/>
                  </a:lnTo>
                  <a:lnTo>
                    <a:pt x="921633" y="883752"/>
                  </a:lnTo>
                  <a:lnTo>
                    <a:pt x="974187" y="893826"/>
                  </a:lnTo>
                  <a:lnTo>
                    <a:pt x="1019460" y="897755"/>
                  </a:lnTo>
                  <a:lnTo>
                    <a:pt x="1034385" y="898016"/>
                  </a:lnTo>
                  <a:lnTo>
                    <a:pt x="1089804" y="894668"/>
                  </a:lnTo>
                  <a:lnTo>
                    <a:pt x="1144121" y="885170"/>
                  </a:lnTo>
                  <a:lnTo>
                    <a:pt x="1197142" y="870343"/>
                  </a:lnTo>
                  <a:lnTo>
                    <a:pt x="1248672" y="851005"/>
                  </a:lnTo>
                  <a:lnTo>
                    <a:pt x="1298516" y="827978"/>
                  </a:lnTo>
                  <a:lnTo>
                    <a:pt x="1346482" y="802082"/>
                  </a:lnTo>
                  <a:lnTo>
                    <a:pt x="1392373" y="774135"/>
                  </a:lnTo>
                  <a:lnTo>
                    <a:pt x="1435995" y="744960"/>
                  </a:lnTo>
                  <a:lnTo>
                    <a:pt x="1477155" y="715374"/>
                  </a:lnTo>
                  <a:lnTo>
                    <a:pt x="1515658" y="686199"/>
                  </a:lnTo>
                  <a:lnTo>
                    <a:pt x="1551309" y="658255"/>
                  </a:lnTo>
                  <a:lnTo>
                    <a:pt x="1583915" y="632361"/>
                  </a:lnTo>
                  <a:lnTo>
                    <a:pt x="1613280" y="609338"/>
                  </a:lnTo>
                  <a:lnTo>
                    <a:pt x="1661511" y="575183"/>
                  </a:lnTo>
                  <a:lnTo>
                    <a:pt x="1699577" y="556327"/>
                  </a:lnTo>
                  <a:lnTo>
                    <a:pt x="1739632" y="542829"/>
                  </a:lnTo>
                  <a:lnTo>
                    <a:pt x="1781043" y="534713"/>
                  </a:lnTo>
                  <a:lnTo>
                    <a:pt x="1823182" y="532002"/>
                  </a:lnTo>
                  <a:lnTo>
                    <a:pt x="2798542" y="532002"/>
                  </a:lnTo>
                  <a:lnTo>
                    <a:pt x="2798542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6993329" y="0"/>
              <a:ext cx="2150745" cy="962025"/>
            </a:xfrm>
            <a:custGeom>
              <a:avLst/>
              <a:gdLst/>
              <a:ahLst/>
              <a:cxnLst/>
              <a:rect l="l" t="t" r="r" b="b"/>
              <a:pathLst>
                <a:path w="2150745" h="962025">
                  <a:moveTo>
                    <a:pt x="2150669" y="257555"/>
                  </a:moveTo>
                  <a:lnTo>
                    <a:pt x="917627" y="257555"/>
                  </a:lnTo>
                  <a:lnTo>
                    <a:pt x="966597" y="258820"/>
                  </a:lnTo>
                  <a:lnTo>
                    <a:pt x="1015544" y="262905"/>
                  </a:lnTo>
                  <a:lnTo>
                    <a:pt x="1064395" y="270254"/>
                  </a:lnTo>
                  <a:lnTo>
                    <a:pt x="1113080" y="281304"/>
                  </a:lnTo>
                  <a:lnTo>
                    <a:pt x="1153953" y="294499"/>
                  </a:lnTo>
                  <a:lnTo>
                    <a:pt x="1189695" y="310631"/>
                  </a:lnTo>
                  <a:lnTo>
                    <a:pt x="1248254" y="350899"/>
                  </a:lnTo>
                  <a:lnTo>
                    <a:pt x="1293691" y="400493"/>
                  </a:lnTo>
                  <a:lnTo>
                    <a:pt x="1330941" y="457796"/>
                  </a:lnTo>
                  <a:lnTo>
                    <a:pt x="1364937" y="521192"/>
                  </a:lnTo>
                  <a:lnTo>
                    <a:pt x="1382257" y="554669"/>
                  </a:lnTo>
                  <a:lnTo>
                    <a:pt x="1400613" y="589064"/>
                  </a:lnTo>
                  <a:lnTo>
                    <a:pt x="1420623" y="624174"/>
                  </a:lnTo>
                  <a:lnTo>
                    <a:pt x="1442904" y="659797"/>
                  </a:lnTo>
                  <a:lnTo>
                    <a:pt x="1468071" y="695731"/>
                  </a:lnTo>
                  <a:lnTo>
                    <a:pt x="1496742" y="731775"/>
                  </a:lnTo>
                  <a:lnTo>
                    <a:pt x="1529534" y="767725"/>
                  </a:lnTo>
                  <a:lnTo>
                    <a:pt x="1567063" y="803380"/>
                  </a:lnTo>
                  <a:lnTo>
                    <a:pt x="1609945" y="838538"/>
                  </a:lnTo>
                  <a:lnTo>
                    <a:pt x="1658799" y="872998"/>
                  </a:lnTo>
                  <a:lnTo>
                    <a:pt x="1708972" y="902230"/>
                  </a:lnTo>
                  <a:lnTo>
                    <a:pt x="1759360" y="924992"/>
                  </a:lnTo>
                  <a:lnTo>
                    <a:pt x="1809691" y="941800"/>
                  </a:lnTo>
                  <a:lnTo>
                    <a:pt x="1859694" y="953167"/>
                  </a:lnTo>
                  <a:lnTo>
                    <a:pt x="1909098" y="959610"/>
                  </a:lnTo>
                  <a:lnTo>
                    <a:pt x="1957630" y="961644"/>
                  </a:lnTo>
                  <a:lnTo>
                    <a:pt x="2126542" y="939061"/>
                  </a:lnTo>
                  <a:lnTo>
                    <a:pt x="2150669" y="930403"/>
                  </a:lnTo>
                  <a:lnTo>
                    <a:pt x="2150669" y="257555"/>
                  </a:lnTo>
                  <a:close/>
                </a:path>
                <a:path w="2150745" h="962025">
                  <a:moveTo>
                    <a:pt x="2150669" y="0"/>
                  </a:moveTo>
                  <a:lnTo>
                    <a:pt x="0" y="0"/>
                  </a:lnTo>
                  <a:lnTo>
                    <a:pt x="19211" y="43937"/>
                  </a:lnTo>
                  <a:lnTo>
                    <a:pt x="45058" y="92478"/>
                  </a:lnTo>
                  <a:lnTo>
                    <a:pt x="72592" y="134846"/>
                  </a:lnTo>
                  <a:lnTo>
                    <a:pt x="101740" y="171413"/>
                  </a:lnTo>
                  <a:lnTo>
                    <a:pt x="132428" y="202550"/>
                  </a:lnTo>
                  <a:lnTo>
                    <a:pt x="164581" y="228631"/>
                  </a:lnTo>
                  <a:lnTo>
                    <a:pt x="198125" y="250027"/>
                  </a:lnTo>
                  <a:lnTo>
                    <a:pt x="232988" y="267111"/>
                  </a:lnTo>
                  <a:lnTo>
                    <a:pt x="269095" y="280254"/>
                  </a:lnTo>
                  <a:lnTo>
                    <a:pt x="306372" y="289828"/>
                  </a:lnTo>
                  <a:lnTo>
                    <a:pt x="344746" y="296206"/>
                  </a:lnTo>
                  <a:lnTo>
                    <a:pt x="384142" y="299761"/>
                  </a:lnTo>
                  <a:lnTo>
                    <a:pt x="424486" y="300863"/>
                  </a:lnTo>
                  <a:lnTo>
                    <a:pt x="470581" y="299650"/>
                  </a:lnTo>
                  <a:lnTo>
                    <a:pt x="517664" y="296359"/>
                  </a:lnTo>
                  <a:lnTo>
                    <a:pt x="565633" y="291508"/>
                  </a:lnTo>
                  <a:lnTo>
                    <a:pt x="764319" y="266910"/>
                  </a:lnTo>
                  <a:lnTo>
                    <a:pt x="815183" y="262059"/>
                  </a:lnTo>
                  <a:lnTo>
                    <a:pt x="866320" y="258768"/>
                  </a:lnTo>
                  <a:lnTo>
                    <a:pt x="917627" y="257555"/>
                  </a:lnTo>
                  <a:lnTo>
                    <a:pt x="2150669" y="257555"/>
                  </a:lnTo>
                  <a:lnTo>
                    <a:pt x="2150669" y="0"/>
                  </a:lnTo>
                  <a:close/>
                </a:path>
              </a:pathLst>
            </a:custGeom>
            <a:solidFill>
              <a:srgbClr val="9DCED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8007196" y="0"/>
              <a:ext cx="1137285" cy="500380"/>
            </a:xfrm>
            <a:custGeom>
              <a:avLst/>
              <a:gdLst/>
              <a:ahLst/>
              <a:cxnLst/>
              <a:rect l="l" t="t" r="r" b="b"/>
              <a:pathLst>
                <a:path w="1137284" h="500380">
                  <a:moveTo>
                    <a:pt x="1136803" y="0"/>
                  </a:moveTo>
                  <a:lnTo>
                    <a:pt x="4075" y="0"/>
                  </a:lnTo>
                  <a:lnTo>
                    <a:pt x="163" y="42941"/>
                  </a:lnTo>
                  <a:lnTo>
                    <a:pt x="0" y="85012"/>
                  </a:lnTo>
                  <a:lnTo>
                    <a:pt x="3455" y="123951"/>
                  </a:lnTo>
                  <a:lnTo>
                    <a:pt x="12760" y="168972"/>
                  </a:lnTo>
                  <a:lnTo>
                    <a:pt x="27467" y="212873"/>
                  </a:lnTo>
                  <a:lnTo>
                    <a:pt x="47098" y="255220"/>
                  </a:lnTo>
                  <a:lnTo>
                    <a:pt x="71174" y="295576"/>
                  </a:lnTo>
                  <a:lnTo>
                    <a:pt x="99220" y="333504"/>
                  </a:lnTo>
                  <a:lnTo>
                    <a:pt x="130757" y="368569"/>
                  </a:lnTo>
                  <a:lnTo>
                    <a:pt x="165307" y="400335"/>
                  </a:lnTo>
                  <a:lnTo>
                    <a:pt x="202394" y="428366"/>
                  </a:lnTo>
                  <a:lnTo>
                    <a:pt x="241538" y="452225"/>
                  </a:lnTo>
                  <a:lnTo>
                    <a:pt x="282264" y="471476"/>
                  </a:lnTo>
                  <a:lnTo>
                    <a:pt x="324093" y="485683"/>
                  </a:lnTo>
                  <a:lnTo>
                    <a:pt x="366548" y="494411"/>
                  </a:lnTo>
                  <a:lnTo>
                    <a:pt x="433842" y="499808"/>
                  </a:lnTo>
                  <a:lnTo>
                    <a:pt x="466007" y="499590"/>
                  </a:lnTo>
                  <a:lnTo>
                    <a:pt x="549489" y="490277"/>
                  </a:lnTo>
                  <a:lnTo>
                    <a:pt x="599362" y="478655"/>
                  </a:lnTo>
                  <a:lnTo>
                    <a:pt x="647134" y="463391"/>
                  </a:lnTo>
                  <a:lnTo>
                    <a:pt x="693085" y="445156"/>
                  </a:lnTo>
                  <a:lnTo>
                    <a:pt x="737496" y="424622"/>
                  </a:lnTo>
                  <a:lnTo>
                    <a:pt x="780650" y="402459"/>
                  </a:lnTo>
                  <a:lnTo>
                    <a:pt x="822829" y="379341"/>
                  </a:lnTo>
                  <a:lnTo>
                    <a:pt x="905383" y="332920"/>
                  </a:lnTo>
                  <a:lnTo>
                    <a:pt x="946322" y="310961"/>
                  </a:lnTo>
                  <a:lnTo>
                    <a:pt x="987411" y="290732"/>
                  </a:lnTo>
                  <a:lnTo>
                    <a:pt x="1028932" y="272903"/>
                  </a:lnTo>
                  <a:lnTo>
                    <a:pt x="1071167" y="258147"/>
                  </a:lnTo>
                  <a:lnTo>
                    <a:pt x="1114396" y="247135"/>
                  </a:lnTo>
                  <a:lnTo>
                    <a:pt x="1136803" y="243813"/>
                  </a:lnTo>
                  <a:lnTo>
                    <a:pt x="1136803" y="0"/>
                  </a:lnTo>
                  <a:close/>
                </a:path>
              </a:pathLst>
            </a:custGeom>
            <a:solidFill>
              <a:srgbClr val="285E88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22236" y="458723"/>
              <a:ext cx="163068" cy="1630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77784" y="696468"/>
              <a:ext cx="97536" cy="99060"/>
            </a:xfrm>
            <a:prstGeom prst="rect">
              <a:avLst/>
            </a:prstGeom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E043F77-3DA4-44A8-9863-766C0025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416" y="621790"/>
            <a:ext cx="4701922" cy="430887"/>
          </a:xfrm>
        </p:spPr>
        <p:txBody>
          <a:bodyPr/>
          <a:lstStyle/>
          <a:p>
            <a:pPr algn="ctr"/>
            <a:r>
              <a:rPr lang="en-US" sz="2800" b="1" u="sng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Summary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A346D-4BC1-4DCE-B284-D820BCC4F07C}"/>
              </a:ext>
            </a:extLst>
          </p:cNvPr>
          <p:cNvSpPr txBox="1"/>
          <p:nvPr/>
        </p:nvSpPr>
        <p:spPr>
          <a:xfrm>
            <a:off x="914400" y="1526540"/>
            <a:ext cx="7092258" cy="3523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Both Linear Regression and Decision Tree models work well for predicting medical costs. For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Dataset1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Linear Regression reached an R² of about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0.80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while the Decision Tree performed better with an R² of about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0.82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along with lower MAE and RMSE values. For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Dataset2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Linear Regression achieved an R² of about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0.90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but again the Decision Tree outperformed it with an R² of about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0.92</a:t>
            </a: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 lower errors. This shows that while both models are reliable, the Decision Tree is more accurate and is the better choice for medical cost prediction.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algn="ctr" rtl="0">
              <a:defRPr sz="12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58137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</TotalTime>
  <Words>713</Words>
  <Application>Microsoft Office PowerPoint</Application>
  <PresentationFormat>On-screen Show (16:9)</PresentationFormat>
  <Paragraphs>168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Presented by</vt:lpstr>
      <vt:lpstr>Insurance Charges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Purification System</dc:title>
  <dc:creator>USER</dc:creator>
  <cp:lastModifiedBy>Aditya Debnath</cp:lastModifiedBy>
  <cp:revision>76</cp:revision>
  <dcterms:created xsi:type="dcterms:W3CDTF">2023-05-14T06:07:23Z</dcterms:created>
  <dcterms:modified xsi:type="dcterms:W3CDTF">2025-09-01T19:15:40Z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2022-04-26T00:00:00Z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2023-05-14T00:00:00Z</vt:filetime>
  </property>
</Properties>
</file>